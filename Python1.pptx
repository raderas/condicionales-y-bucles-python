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7" r:id="rId10"/>
    <p:sldId id="268" r:id="rId11"/>
    <p:sldId id="269" r:id="rId12"/>
    <p:sldId id="270" r:id="rId13"/>
    <p:sldId id="272" r:id="rId14"/>
    <p:sldId id="271" r:id="rId15"/>
    <p:sldId id="273" r:id="rId16"/>
    <p:sldId id="263" r:id="rId17"/>
    <p:sldId id="264" r:id="rId18"/>
  </p:sldIdLst>
  <p:sldSz cx="12192000" cy="6858000"/>
  <p:notesSz cx="6858000" cy="9144000"/>
  <p:defaultTextStyle>
    <a:defPPr>
      <a:defRPr lang="en-SV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E6D9F2-91A1-2841-B15A-F6023011E92B}" v="830" dt="2026-05-28T16:31:21.707"/>
    <p1510:client id="{D644EB3B-FFEF-8C43-8A3F-DE8F361F56CE}" v="14" dt="2026-05-27T23:03:07.3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761"/>
    <p:restoredTop sz="94658"/>
  </p:normalViewPr>
  <p:slideViewPr>
    <p:cSldViewPr snapToGrid="0">
      <p:cViewPr>
        <p:scale>
          <a:sx n="138" d="100"/>
          <a:sy n="138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fael Deras" userId="f78b2a6e5c98b0a4" providerId="LiveId" clId="{1E96264B-412D-504A-A54C-24682CF1976C}"/>
    <pc:docChg chg="undo custSel addSld delSld modSld sldOrd">
      <pc:chgData name="Rafael Deras" userId="f78b2a6e5c98b0a4" providerId="LiveId" clId="{1E96264B-412D-504A-A54C-24682CF1976C}" dt="2026-05-28T16:31:21.707" v="829" actId="6549"/>
      <pc:docMkLst>
        <pc:docMk/>
      </pc:docMkLst>
      <pc:sldChg chg="modSp new mod">
        <pc:chgData name="Rafael Deras" userId="f78b2a6e5c98b0a4" providerId="LiveId" clId="{1E96264B-412D-504A-A54C-24682CF1976C}" dt="2026-05-28T16:31:15.060" v="825" actId="6549"/>
        <pc:sldMkLst>
          <pc:docMk/>
          <pc:sldMk cId="3151740813" sldId="265"/>
        </pc:sldMkLst>
        <pc:spChg chg="mod">
          <ac:chgData name="Rafael Deras" userId="f78b2a6e5c98b0a4" providerId="LiveId" clId="{1E96264B-412D-504A-A54C-24682CF1976C}" dt="2026-05-28T16:31:03.727" v="813" actId="20577"/>
          <ac:spMkLst>
            <pc:docMk/>
            <pc:sldMk cId="3151740813" sldId="265"/>
            <ac:spMk id="2" creationId="{17EC8E66-B880-7658-557A-FBBD778BB72F}"/>
          </ac:spMkLst>
        </pc:spChg>
        <pc:spChg chg="mod">
          <ac:chgData name="Rafael Deras" userId="f78b2a6e5c98b0a4" providerId="LiveId" clId="{1E96264B-412D-504A-A54C-24682CF1976C}" dt="2026-05-28T16:31:15.060" v="825" actId="6549"/>
          <ac:spMkLst>
            <pc:docMk/>
            <pc:sldMk cId="3151740813" sldId="265"/>
            <ac:spMk id="3" creationId="{D17D0E21-64B7-DBCF-2EB3-B8669F4F6B9C}"/>
          </ac:spMkLst>
        </pc:spChg>
        <pc:spChg chg="mod">
          <ac:chgData name="Rafael Deras" userId="f78b2a6e5c98b0a4" providerId="LiveId" clId="{1E96264B-412D-504A-A54C-24682CF1976C}" dt="2026-05-28T16:31:06.437" v="816" actId="6549"/>
          <ac:spMkLst>
            <pc:docMk/>
            <pc:sldMk cId="3151740813" sldId="265"/>
            <ac:spMk id="4" creationId="{FB9A6230-2039-DB92-A749-3EE81188FA88}"/>
          </ac:spMkLst>
        </pc:spChg>
      </pc:sldChg>
      <pc:sldChg chg="new del">
        <pc:chgData name="Rafael Deras" userId="f78b2a6e5c98b0a4" providerId="LiveId" clId="{1E96264B-412D-504A-A54C-24682CF1976C}" dt="2026-05-28T14:52:51.280" v="543" actId="2696"/>
        <pc:sldMkLst>
          <pc:docMk/>
          <pc:sldMk cId="2858226679" sldId="266"/>
        </pc:sldMkLst>
      </pc:sldChg>
      <pc:sldChg chg="addSp modSp add mod">
        <pc:chgData name="Rafael Deras" userId="f78b2a6e5c98b0a4" providerId="LiveId" clId="{1E96264B-412D-504A-A54C-24682CF1976C}" dt="2026-05-28T14:54:47.934" v="576" actId="6549"/>
        <pc:sldMkLst>
          <pc:docMk/>
          <pc:sldMk cId="2040269699" sldId="267"/>
        </pc:sldMkLst>
        <pc:spChg chg="mod">
          <ac:chgData name="Rafael Deras" userId="f78b2a6e5c98b0a4" providerId="LiveId" clId="{1E96264B-412D-504A-A54C-24682CF1976C}" dt="2026-05-28T14:49:49.272" v="202" actId="20577"/>
          <ac:spMkLst>
            <pc:docMk/>
            <pc:sldMk cId="2040269699" sldId="267"/>
            <ac:spMk id="2" creationId="{C429A223-E502-451E-44EB-F22BC34B46AA}"/>
          </ac:spMkLst>
        </pc:spChg>
        <pc:spChg chg="mod">
          <ac:chgData name="Rafael Deras" userId="f78b2a6e5c98b0a4" providerId="LiveId" clId="{1E96264B-412D-504A-A54C-24682CF1976C}" dt="2026-05-28T14:54:47.934" v="576" actId="6549"/>
          <ac:spMkLst>
            <pc:docMk/>
            <pc:sldMk cId="2040269699" sldId="267"/>
            <ac:spMk id="3" creationId="{D0A5BF53-3FF7-8B5F-837E-C37C69B41B12}"/>
          </ac:spMkLst>
        </pc:spChg>
        <pc:spChg chg="mod">
          <ac:chgData name="Rafael Deras" userId="f78b2a6e5c98b0a4" providerId="LiveId" clId="{1E96264B-412D-504A-A54C-24682CF1976C}" dt="2026-05-28T14:54:43.766" v="574" actId="6549"/>
          <ac:spMkLst>
            <pc:docMk/>
            <pc:sldMk cId="2040269699" sldId="267"/>
            <ac:spMk id="4" creationId="{D95AC21E-A360-47DF-7204-22837A2E68B0}"/>
          </ac:spMkLst>
        </pc:spChg>
        <pc:spChg chg="add mod">
          <ac:chgData name="Rafael Deras" userId="f78b2a6e5c98b0a4" providerId="LiveId" clId="{1E96264B-412D-504A-A54C-24682CF1976C}" dt="2026-05-28T14:49:32.281" v="197" actId="3062"/>
          <ac:spMkLst>
            <pc:docMk/>
            <pc:sldMk cId="2040269699" sldId="267"/>
            <ac:spMk id="5" creationId="{3CFC18C9-3B51-0AA6-9941-A9A2DD9529D7}"/>
          </ac:spMkLst>
        </pc:spChg>
      </pc:sldChg>
      <pc:sldChg chg="delSp modSp add mod">
        <pc:chgData name="Rafael Deras" userId="f78b2a6e5c98b0a4" providerId="LiveId" clId="{1E96264B-412D-504A-A54C-24682CF1976C}" dt="2026-05-28T16:31:21.707" v="829" actId="6549"/>
        <pc:sldMkLst>
          <pc:docMk/>
          <pc:sldMk cId="2281206237" sldId="268"/>
        </pc:sldMkLst>
        <pc:spChg chg="mod">
          <ac:chgData name="Rafael Deras" userId="f78b2a6e5c98b0a4" providerId="LiveId" clId="{1E96264B-412D-504A-A54C-24682CF1976C}" dt="2026-05-28T14:49:52.930" v="204" actId="20577"/>
          <ac:spMkLst>
            <pc:docMk/>
            <pc:sldMk cId="2281206237" sldId="268"/>
            <ac:spMk id="2" creationId="{CA02D50C-70C6-E703-6382-72B2482E5701}"/>
          </ac:spMkLst>
        </pc:spChg>
        <pc:spChg chg="mod">
          <ac:chgData name="Rafael Deras" userId="f78b2a6e5c98b0a4" providerId="LiveId" clId="{1E96264B-412D-504A-A54C-24682CF1976C}" dt="2026-05-28T16:31:21.707" v="829" actId="6549"/>
          <ac:spMkLst>
            <pc:docMk/>
            <pc:sldMk cId="2281206237" sldId="268"/>
            <ac:spMk id="3" creationId="{72C1517A-16B8-32BE-2DCB-197F95061808}"/>
          </ac:spMkLst>
        </pc:spChg>
        <pc:spChg chg="mod">
          <ac:chgData name="Rafael Deras" userId="f78b2a6e5c98b0a4" providerId="LiveId" clId="{1E96264B-412D-504A-A54C-24682CF1976C}" dt="2026-05-28T14:54:40.007" v="571" actId="6549"/>
          <ac:spMkLst>
            <pc:docMk/>
            <pc:sldMk cId="2281206237" sldId="268"/>
            <ac:spMk id="4" creationId="{0973612C-72D8-CCAB-864F-43525F82C371}"/>
          </ac:spMkLst>
        </pc:spChg>
        <pc:spChg chg="del mod">
          <ac:chgData name="Rafael Deras" userId="f78b2a6e5c98b0a4" providerId="LiveId" clId="{1E96264B-412D-504A-A54C-24682CF1976C}" dt="2026-05-28T14:51:26.833" v="382" actId="478"/>
          <ac:spMkLst>
            <pc:docMk/>
            <pc:sldMk cId="2281206237" sldId="268"/>
            <ac:spMk id="5" creationId="{8E7AE367-EE4F-3D66-FAFC-AD7E4CC587D0}"/>
          </ac:spMkLst>
        </pc:spChg>
      </pc:sldChg>
      <pc:sldChg chg="modSp add mod">
        <pc:chgData name="Rafael Deras" userId="f78b2a6e5c98b0a4" providerId="LiveId" clId="{1E96264B-412D-504A-A54C-24682CF1976C}" dt="2026-05-28T14:54:35.939" v="568" actId="6549"/>
        <pc:sldMkLst>
          <pc:docMk/>
          <pc:sldMk cId="3635307958" sldId="269"/>
        </pc:sldMkLst>
        <pc:spChg chg="mod">
          <ac:chgData name="Rafael Deras" userId="f78b2a6e5c98b0a4" providerId="LiveId" clId="{1E96264B-412D-504A-A54C-24682CF1976C}" dt="2026-05-28T14:54:33.351" v="565" actId="6549"/>
          <ac:spMkLst>
            <pc:docMk/>
            <pc:sldMk cId="3635307958" sldId="269"/>
            <ac:spMk id="3" creationId="{2DC37BBF-893E-4CC5-0F75-C8D441B55A3C}"/>
          </ac:spMkLst>
        </pc:spChg>
        <pc:spChg chg="mod">
          <ac:chgData name="Rafael Deras" userId="f78b2a6e5c98b0a4" providerId="LiveId" clId="{1E96264B-412D-504A-A54C-24682CF1976C}" dt="2026-05-28T14:54:35.939" v="568" actId="6549"/>
          <ac:spMkLst>
            <pc:docMk/>
            <pc:sldMk cId="3635307958" sldId="269"/>
            <ac:spMk id="4" creationId="{A6E61C76-462C-061B-FD07-3062B5892B75}"/>
          </ac:spMkLst>
        </pc:spChg>
      </pc:sldChg>
      <pc:sldChg chg="delSp modSp add mod">
        <pc:chgData name="Rafael Deras" userId="f78b2a6e5c98b0a4" providerId="LiveId" clId="{1E96264B-412D-504A-A54C-24682CF1976C}" dt="2026-05-28T14:54:10.507" v="560" actId="6549"/>
        <pc:sldMkLst>
          <pc:docMk/>
          <pc:sldMk cId="3512503884" sldId="270"/>
        </pc:sldMkLst>
        <pc:spChg chg="mod">
          <ac:chgData name="Rafael Deras" userId="f78b2a6e5c98b0a4" providerId="LiveId" clId="{1E96264B-412D-504A-A54C-24682CF1976C}" dt="2026-05-28T14:51:47.233" v="386" actId="20577"/>
          <ac:spMkLst>
            <pc:docMk/>
            <pc:sldMk cId="3512503884" sldId="270"/>
            <ac:spMk id="2" creationId="{BC42BE7B-FA11-3A56-7A36-369A4C547541}"/>
          </ac:spMkLst>
        </pc:spChg>
        <pc:spChg chg="mod">
          <ac:chgData name="Rafael Deras" userId="f78b2a6e5c98b0a4" providerId="LiveId" clId="{1E96264B-412D-504A-A54C-24682CF1976C}" dt="2026-05-28T14:54:10.507" v="560" actId="6549"/>
          <ac:spMkLst>
            <pc:docMk/>
            <pc:sldMk cId="3512503884" sldId="270"/>
            <ac:spMk id="3" creationId="{B423A497-04E4-97C3-25B0-AAD87352E2EA}"/>
          </ac:spMkLst>
        </pc:spChg>
        <pc:spChg chg="mod">
          <ac:chgData name="Rafael Deras" userId="f78b2a6e5c98b0a4" providerId="LiveId" clId="{1E96264B-412D-504A-A54C-24682CF1976C}" dt="2026-05-28T14:54:04.532" v="558" actId="6549"/>
          <ac:spMkLst>
            <pc:docMk/>
            <pc:sldMk cId="3512503884" sldId="270"/>
            <ac:spMk id="4" creationId="{2A722D0C-0CA1-6684-6907-1A1E4CF7D737}"/>
          </ac:spMkLst>
        </pc:spChg>
        <pc:spChg chg="del mod">
          <ac:chgData name="Rafael Deras" userId="f78b2a6e5c98b0a4" providerId="LiveId" clId="{1E96264B-412D-504A-A54C-24682CF1976C}" dt="2026-05-28T14:53:01.342" v="545" actId="478"/>
          <ac:spMkLst>
            <pc:docMk/>
            <pc:sldMk cId="3512503884" sldId="270"/>
            <ac:spMk id="5" creationId="{9E067A8E-F611-5764-304A-C0D7506C3CDF}"/>
          </ac:spMkLst>
        </pc:spChg>
      </pc:sldChg>
      <pc:sldChg chg="add del">
        <pc:chgData name="Rafael Deras" userId="f78b2a6e5c98b0a4" providerId="LiveId" clId="{1E96264B-412D-504A-A54C-24682CF1976C}" dt="2026-05-28T14:52:48.506" v="542" actId="2696"/>
        <pc:sldMkLst>
          <pc:docMk/>
          <pc:sldMk cId="863474506" sldId="271"/>
        </pc:sldMkLst>
      </pc:sldChg>
      <pc:sldChg chg="delSp modSp add mod">
        <pc:chgData name="Rafael Deras" userId="f78b2a6e5c98b0a4" providerId="LiveId" clId="{1E96264B-412D-504A-A54C-24682CF1976C}" dt="2026-05-28T15:01:04.407" v="743" actId="478"/>
        <pc:sldMkLst>
          <pc:docMk/>
          <pc:sldMk cId="4009555901" sldId="271"/>
        </pc:sldMkLst>
        <pc:spChg chg="mod">
          <ac:chgData name="Rafael Deras" userId="f78b2a6e5c98b0a4" providerId="LiveId" clId="{1E96264B-412D-504A-A54C-24682CF1976C}" dt="2026-05-28T15:00:11.530" v="710" actId="20577"/>
          <ac:spMkLst>
            <pc:docMk/>
            <pc:sldMk cId="4009555901" sldId="271"/>
            <ac:spMk id="2" creationId="{832809EF-F4E5-6479-3E77-53575B10B634}"/>
          </ac:spMkLst>
        </pc:spChg>
        <pc:spChg chg="mod">
          <ac:chgData name="Rafael Deras" userId="f78b2a6e5c98b0a4" providerId="LiveId" clId="{1E96264B-412D-504A-A54C-24682CF1976C}" dt="2026-05-28T15:00:48.060" v="741" actId="20577"/>
          <ac:spMkLst>
            <pc:docMk/>
            <pc:sldMk cId="4009555901" sldId="271"/>
            <ac:spMk id="3" creationId="{7F543312-660A-AB90-985A-A431E528CC11}"/>
          </ac:spMkLst>
        </pc:spChg>
        <pc:spChg chg="mod">
          <ac:chgData name="Rafael Deras" userId="f78b2a6e5c98b0a4" providerId="LiveId" clId="{1E96264B-412D-504A-A54C-24682CF1976C}" dt="2026-05-28T15:00:31.737" v="719" actId="20577"/>
          <ac:spMkLst>
            <pc:docMk/>
            <pc:sldMk cId="4009555901" sldId="271"/>
            <ac:spMk id="4" creationId="{00990EB8-0AF4-387B-0E50-DD5A895183E3}"/>
          </ac:spMkLst>
        </pc:spChg>
        <pc:spChg chg="del mod">
          <ac:chgData name="Rafael Deras" userId="f78b2a6e5c98b0a4" providerId="LiveId" clId="{1E96264B-412D-504A-A54C-24682CF1976C}" dt="2026-05-28T15:01:04.407" v="743" actId="478"/>
          <ac:spMkLst>
            <pc:docMk/>
            <pc:sldMk cId="4009555901" sldId="271"/>
            <ac:spMk id="5" creationId="{15656960-9E40-AB23-9601-AAA671B9B4E5}"/>
          </ac:spMkLst>
        </pc:spChg>
      </pc:sldChg>
      <pc:sldChg chg="addSp delSp modSp add mod ord">
        <pc:chgData name="Rafael Deras" userId="f78b2a6e5c98b0a4" providerId="LiveId" clId="{1E96264B-412D-504A-A54C-24682CF1976C}" dt="2026-05-28T15:00:25.780" v="716" actId="6549"/>
        <pc:sldMkLst>
          <pc:docMk/>
          <pc:sldMk cId="1426425745" sldId="272"/>
        </pc:sldMkLst>
        <pc:spChg chg="mod">
          <ac:chgData name="Rafael Deras" userId="f78b2a6e5c98b0a4" providerId="LiveId" clId="{1E96264B-412D-504A-A54C-24682CF1976C}" dt="2026-05-28T15:00:22.558" v="713" actId="20577"/>
          <ac:spMkLst>
            <pc:docMk/>
            <pc:sldMk cId="1426425745" sldId="272"/>
            <ac:spMk id="2" creationId="{939B7AC9-80CA-F402-E586-6E11CC560444}"/>
          </ac:spMkLst>
        </pc:spChg>
        <pc:spChg chg="mod">
          <ac:chgData name="Rafael Deras" userId="f78b2a6e5c98b0a4" providerId="LiveId" clId="{1E96264B-412D-504A-A54C-24682CF1976C}" dt="2026-05-28T14:53:45.690" v="552" actId="6549"/>
          <ac:spMkLst>
            <pc:docMk/>
            <pc:sldMk cId="1426425745" sldId="272"/>
            <ac:spMk id="3" creationId="{47B4D89A-4E6E-57D8-62A8-CCBDFA3C3790}"/>
          </ac:spMkLst>
        </pc:spChg>
        <pc:spChg chg="mod">
          <ac:chgData name="Rafael Deras" userId="f78b2a6e5c98b0a4" providerId="LiveId" clId="{1E96264B-412D-504A-A54C-24682CF1976C}" dt="2026-05-28T15:00:25.780" v="716" actId="6549"/>
          <ac:spMkLst>
            <pc:docMk/>
            <pc:sldMk cId="1426425745" sldId="272"/>
            <ac:spMk id="4" creationId="{66A72E64-BA1D-45CF-57A0-20345367A75C}"/>
          </ac:spMkLst>
        </pc:spChg>
        <pc:spChg chg="add del">
          <ac:chgData name="Rafael Deras" userId="f78b2a6e5c98b0a4" providerId="LiveId" clId="{1E96264B-412D-504A-A54C-24682CF1976C}" dt="2026-05-28T14:54:23.043" v="562" actId="478"/>
          <ac:spMkLst>
            <pc:docMk/>
            <pc:sldMk cId="1426425745" sldId="272"/>
            <ac:spMk id="5" creationId="{95A578E4-23A1-D7E8-2717-97CB38FCF232}"/>
          </ac:spMkLst>
        </pc:spChg>
      </pc:sldChg>
      <pc:sldChg chg="add del">
        <pc:chgData name="Rafael Deras" userId="f78b2a6e5c98b0a4" providerId="LiveId" clId="{1E96264B-412D-504A-A54C-24682CF1976C}" dt="2026-05-28T14:53:50.711" v="553" actId="2696"/>
        <pc:sldMkLst>
          <pc:docMk/>
          <pc:sldMk cId="276239683" sldId="273"/>
        </pc:sldMkLst>
      </pc:sldChg>
      <pc:sldChg chg="modSp add mod">
        <pc:chgData name="Rafael Deras" userId="f78b2a6e5c98b0a4" providerId="LiveId" clId="{1E96264B-412D-504A-A54C-24682CF1976C}" dt="2026-05-28T15:02:09.369" v="809" actId="207"/>
        <pc:sldMkLst>
          <pc:docMk/>
          <pc:sldMk cId="1091209890" sldId="273"/>
        </pc:sldMkLst>
        <pc:spChg chg="mod">
          <ac:chgData name="Rafael Deras" userId="f78b2a6e5c98b0a4" providerId="LiveId" clId="{1E96264B-412D-504A-A54C-24682CF1976C}" dt="2026-05-28T15:02:09.369" v="809" actId="207"/>
          <ac:spMkLst>
            <pc:docMk/>
            <pc:sldMk cId="1091209890" sldId="273"/>
            <ac:spMk id="5" creationId="{2295A447-A042-0C49-CDA8-959F74CB8152}"/>
          </ac:spMkLst>
        </pc:spChg>
      </pc:sldChg>
      <pc:sldChg chg="modSp add del mod">
        <pc:chgData name="Rafael Deras" userId="f78b2a6e5c98b0a4" providerId="LiveId" clId="{1E96264B-412D-504A-A54C-24682CF1976C}" dt="2026-05-28T14:54:27.038" v="563" actId="2696"/>
        <pc:sldMkLst>
          <pc:docMk/>
          <pc:sldMk cId="3968524310" sldId="273"/>
        </pc:sldMkLst>
        <pc:spChg chg="mod">
          <ac:chgData name="Rafael Deras" userId="f78b2a6e5c98b0a4" providerId="LiveId" clId="{1E96264B-412D-504A-A54C-24682CF1976C}" dt="2026-05-28T14:53:58.713" v="555" actId="6549"/>
          <ac:spMkLst>
            <pc:docMk/>
            <pc:sldMk cId="3968524310" sldId="273"/>
            <ac:spMk id="4" creationId="{6E9C20F7-D124-CD22-A8C4-CC9B250D561E}"/>
          </ac:spMkLst>
        </pc:spChg>
      </pc:sldChg>
    </pc:docChg>
  </pc:docChgLst>
  <pc:docChgLst>
    <pc:chgData name="Rafael Deras" userId="f78b2a6e5c98b0a4" providerId="LiveId" clId="{078AF887-D1E6-5D85-BB42-6A98E1AE28BE}"/>
    <pc:docChg chg="undo custSel modSld modMainMaster">
      <pc:chgData name="Rafael Deras" userId="f78b2a6e5c98b0a4" providerId="LiveId" clId="{078AF887-D1E6-5D85-BB42-6A98E1AE28BE}" dt="2026-05-27T23:03:07.314" v="50"/>
      <pc:docMkLst>
        <pc:docMk/>
      </pc:docMkLst>
      <pc:sldChg chg="addSp modSp">
        <pc:chgData name="Rafael Deras" userId="f78b2a6e5c98b0a4" providerId="LiveId" clId="{078AF887-D1E6-5D85-BB42-6A98E1AE28BE}" dt="2026-05-27T23:03:07.314" v="50"/>
        <pc:sldMkLst>
          <pc:docMk/>
          <pc:sldMk cId="2970443985" sldId="256"/>
        </pc:sldMkLst>
        <pc:spChg chg="add mod">
          <ac:chgData name="Rafael Deras" userId="f78b2a6e5c98b0a4" providerId="LiveId" clId="{078AF887-D1E6-5D85-BB42-6A98E1AE28BE}" dt="2026-05-27T23:01:27.040" v="45"/>
          <ac:spMkLst>
            <pc:docMk/>
            <pc:sldMk cId="2970443985" sldId="256"/>
            <ac:spMk id="4" creationId="{B5DF88F9-B2AB-3AB8-E0DE-D4EB3B372EA0}"/>
          </ac:spMkLst>
        </pc:spChg>
        <pc:spChg chg="add mod">
          <ac:chgData name="Rafael Deras" userId="f78b2a6e5c98b0a4" providerId="LiveId" clId="{078AF887-D1E6-5D85-BB42-6A98E1AE28BE}" dt="2026-05-27T23:03:07.314" v="50"/>
          <ac:spMkLst>
            <pc:docMk/>
            <pc:sldMk cId="2970443985" sldId="256"/>
            <ac:spMk id="5" creationId="{99520F4F-CB85-AF41-9591-89E4AA15BF38}"/>
          </ac:spMkLst>
        </pc:spChg>
      </pc:sldChg>
      <pc:sldChg chg="addSp modSp mod chgLayout">
        <pc:chgData name="Rafael Deras" userId="f78b2a6e5c98b0a4" providerId="LiveId" clId="{078AF887-D1E6-5D85-BB42-6A98E1AE28BE}" dt="2026-05-27T23:01:27.040" v="45"/>
        <pc:sldMkLst>
          <pc:docMk/>
          <pc:sldMk cId="3322720261" sldId="257"/>
        </pc:sldMkLst>
        <pc:spChg chg="mod ord">
          <ac:chgData name="Rafael Deras" userId="f78b2a6e5c98b0a4" providerId="LiveId" clId="{078AF887-D1E6-5D85-BB42-6A98E1AE28BE}" dt="2026-05-27T22:58:04.023" v="39" actId="700"/>
          <ac:spMkLst>
            <pc:docMk/>
            <pc:sldMk cId="3322720261" sldId="257"/>
            <ac:spMk id="2" creationId="{AB8E9702-B725-9158-D196-3A8001517C42}"/>
          </ac:spMkLst>
        </pc:spChg>
        <pc:spChg chg="mod ord">
          <ac:chgData name="Rafael Deras" userId="f78b2a6e5c98b0a4" providerId="LiveId" clId="{078AF887-D1E6-5D85-BB42-6A98E1AE28BE}" dt="2026-05-27T22:58:04.023" v="39" actId="700"/>
          <ac:spMkLst>
            <pc:docMk/>
            <pc:sldMk cId="3322720261" sldId="257"/>
            <ac:spMk id="3" creationId="{160ED9DC-4696-EAFD-6F0C-485739135301}"/>
          </ac:spMkLst>
        </pc:spChg>
        <pc:spChg chg="add mod">
          <ac:chgData name="Rafael Deras" userId="f78b2a6e5c98b0a4" providerId="LiveId" clId="{078AF887-D1E6-5D85-BB42-6A98E1AE28BE}" dt="2026-05-27T23:01:27.040" v="45"/>
          <ac:spMkLst>
            <pc:docMk/>
            <pc:sldMk cId="3322720261" sldId="257"/>
            <ac:spMk id="4" creationId="{E4ED4D1F-EA78-542C-0F7B-C39D917170D8}"/>
          </ac:spMkLst>
        </pc:spChg>
        <pc:picChg chg="mod ord">
          <ac:chgData name="Rafael Deras" userId="f78b2a6e5c98b0a4" providerId="LiveId" clId="{078AF887-D1E6-5D85-BB42-6A98E1AE28BE}" dt="2026-05-27T22:58:04.023" v="39" actId="700"/>
          <ac:picMkLst>
            <pc:docMk/>
            <pc:sldMk cId="3322720261" sldId="257"/>
            <ac:picMk id="1026" creationId="{70798E35-5D5D-3AF3-1ED1-5461558EFBDF}"/>
          </ac:picMkLst>
        </pc:picChg>
        <pc:picChg chg="mod">
          <ac:chgData name="Rafael Deras" userId="f78b2a6e5c98b0a4" providerId="LiveId" clId="{078AF887-D1E6-5D85-BB42-6A98E1AE28BE}" dt="2026-05-27T22:56:36.285" v="30" actId="1076"/>
          <ac:picMkLst>
            <pc:docMk/>
            <pc:sldMk cId="3322720261" sldId="257"/>
            <ac:picMk id="1028" creationId="{E1F9E105-8712-3D88-F02D-A1ADC6C0CDF3}"/>
          </ac:picMkLst>
        </pc:picChg>
      </pc:sldChg>
      <pc:sldChg chg="addSp delSp modSp mod setBg">
        <pc:chgData name="Rafael Deras" userId="f78b2a6e5c98b0a4" providerId="LiveId" clId="{078AF887-D1E6-5D85-BB42-6A98E1AE28BE}" dt="2026-05-27T23:01:27.040" v="45"/>
        <pc:sldMkLst>
          <pc:docMk/>
          <pc:sldMk cId="47124196" sldId="258"/>
        </pc:sldMkLst>
        <pc:spChg chg="mod">
          <ac:chgData name="Rafael Deras" userId="f78b2a6e5c98b0a4" providerId="LiveId" clId="{078AF887-D1E6-5D85-BB42-6A98E1AE28BE}" dt="2026-05-27T22:57:38.070" v="33" actId="26606"/>
          <ac:spMkLst>
            <pc:docMk/>
            <pc:sldMk cId="47124196" sldId="258"/>
            <ac:spMk id="2" creationId="{B43CFC50-DC5B-102A-A120-7CFD77FF0C75}"/>
          </ac:spMkLst>
        </pc:spChg>
        <pc:spChg chg="mod">
          <ac:chgData name="Rafael Deras" userId="f78b2a6e5c98b0a4" providerId="LiveId" clId="{078AF887-D1E6-5D85-BB42-6A98E1AE28BE}" dt="2026-05-27T22:57:38.070" v="33" actId="26606"/>
          <ac:spMkLst>
            <pc:docMk/>
            <pc:sldMk cId="47124196" sldId="258"/>
            <ac:spMk id="3" creationId="{580EFFB2-25F7-3A2C-F265-8A142B16CBFF}"/>
          </ac:spMkLst>
        </pc:spChg>
        <pc:spChg chg="add mod">
          <ac:chgData name="Rafael Deras" userId="f78b2a6e5c98b0a4" providerId="LiveId" clId="{078AF887-D1E6-5D85-BB42-6A98E1AE28BE}" dt="2026-05-27T23:01:27.040" v="45"/>
          <ac:spMkLst>
            <pc:docMk/>
            <pc:sldMk cId="47124196" sldId="258"/>
            <ac:spMk id="4" creationId="{CEA7C432-4AF7-AE81-41C5-637BDA7ECFCC}"/>
          </ac:spMkLst>
        </pc:spChg>
        <pc:spChg chg="del">
          <ac:chgData name="Rafael Deras" userId="f78b2a6e5c98b0a4" providerId="LiveId" clId="{078AF887-D1E6-5D85-BB42-6A98E1AE28BE}" dt="2026-05-27T22:57:38.070" v="33" actId="26606"/>
          <ac:spMkLst>
            <pc:docMk/>
            <pc:sldMk cId="47124196" sldId="258"/>
            <ac:spMk id="60" creationId="{2550BE34-C2B8-49B8-8519-67A8CAD51AE9}"/>
          </ac:spMkLst>
        </pc:spChg>
        <pc:spChg chg="del">
          <ac:chgData name="Rafael Deras" userId="f78b2a6e5c98b0a4" providerId="LiveId" clId="{078AF887-D1E6-5D85-BB42-6A98E1AE28BE}" dt="2026-05-27T22:57:38.070" v="33" actId="26606"/>
          <ac:spMkLst>
            <pc:docMk/>
            <pc:sldMk cId="47124196" sldId="258"/>
            <ac:spMk id="62" creationId="{A7457DD9-5A45-400A-AB4B-4B4EDECA25F1}"/>
          </ac:spMkLst>
        </pc:spChg>
        <pc:spChg chg="del">
          <ac:chgData name="Rafael Deras" userId="f78b2a6e5c98b0a4" providerId="LiveId" clId="{078AF887-D1E6-5D85-BB42-6A98E1AE28BE}" dt="2026-05-27T22:57:38.070" v="33" actId="26606"/>
          <ac:spMkLst>
            <pc:docMk/>
            <pc:sldMk cId="47124196" sldId="258"/>
            <ac:spMk id="64" creationId="{441CF7D6-A660-431A-B0BB-140A0D5556B6}"/>
          </ac:spMkLst>
        </pc:spChg>
        <pc:spChg chg="del">
          <ac:chgData name="Rafael Deras" userId="f78b2a6e5c98b0a4" providerId="LiveId" clId="{078AF887-D1E6-5D85-BB42-6A98E1AE28BE}" dt="2026-05-27T22:57:38.070" v="33" actId="26606"/>
          <ac:spMkLst>
            <pc:docMk/>
            <pc:sldMk cId="47124196" sldId="258"/>
            <ac:spMk id="66" creationId="{0570A85B-3810-4F95-97B0-CBF4CCDB381C}"/>
          </ac:spMkLst>
        </pc:spChg>
        <pc:picChg chg="mod">
          <ac:chgData name="Rafael Deras" userId="f78b2a6e5c98b0a4" providerId="LiveId" clId="{078AF887-D1E6-5D85-BB42-6A98E1AE28BE}" dt="2026-05-27T22:57:38.070" v="33" actId="26606"/>
          <ac:picMkLst>
            <pc:docMk/>
            <pc:sldMk cId="47124196" sldId="258"/>
            <ac:picMk id="11" creationId="{8C7D2721-395F-6942-16F1-D1470B1C3CF3}"/>
          </ac:picMkLst>
        </pc:picChg>
      </pc:sldChg>
      <pc:sldChg chg="addSp delSp modSp mod setBg">
        <pc:chgData name="Rafael Deras" userId="f78b2a6e5c98b0a4" providerId="LiveId" clId="{078AF887-D1E6-5D85-BB42-6A98E1AE28BE}" dt="2026-05-27T23:01:27.040" v="45"/>
        <pc:sldMkLst>
          <pc:docMk/>
          <pc:sldMk cId="187643371" sldId="259"/>
        </pc:sldMkLst>
        <pc:spChg chg="mod">
          <ac:chgData name="Rafael Deras" userId="f78b2a6e5c98b0a4" providerId="LiveId" clId="{078AF887-D1E6-5D85-BB42-6A98E1AE28BE}" dt="2026-05-27T22:57:44.480" v="36" actId="26606"/>
          <ac:spMkLst>
            <pc:docMk/>
            <pc:sldMk cId="187643371" sldId="259"/>
            <ac:spMk id="2" creationId="{64319CAF-C825-1A0E-3ABE-5E1225AEF7E9}"/>
          </ac:spMkLst>
        </pc:spChg>
        <pc:spChg chg="add mod">
          <ac:chgData name="Rafael Deras" userId="f78b2a6e5c98b0a4" providerId="LiveId" clId="{078AF887-D1E6-5D85-BB42-6A98E1AE28BE}" dt="2026-05-27T23:01:27.040" v="45"/>
          <ac:spMkLst>
            <pc:docMk/>
            <pc:sldMk cId="187643371" sldId="259"/>
            <ac:spMk id="3" creationId="{D50AA91A-F852-6BAA-3025-B4F379970855}"/>
          </ac:spMkLst>
        </pc:spChg>
        <pc:spChg chg="mod ord">
          <ac:chgData name="Rafael Deras" userId="f78b2a6e5c98b0a4" providerId="LiveId" clId="{078AF887-D1E6-5D85-BB42-6A98E1AE28BE}" dt="2026-05-27T22:57:44.480" v="36" actId="26606"/>
          <ac:spMkLst>
            <pc:docMk/>
            <pc:sldMk cId="187643371" sldId="259"/>
            <ac:spMk id="5" creationId="{6FF3D8C4-3D62-B2B9-80EA-0573AC5A52CC}"/>
          </ac:spMkLst>
        </pc:spChg>
        <pc:spChg chg="add del">
          <ac:chgData name="Rafael Deras" userId="f78b2a6e5c98b0a4" providerId="LiveId" clId="{078AF887-D1E6-5D85-BB42-6A98E1AE28BE}" dt="2026-05-27T22:57:44.480" v="36" actId="26606"/>
          <ac:spMkLst>
            <pc:docMk/>
            <pc:sldMk cId="187643371" sldId="259"/>
            <ac:spMk id="30" creationId="{2550BE34-C2B8-49B8-8519-67A8CAD51AE9}"/>
          </ac:spMkLst>
        </pc:spChg>
        <pc:spChg chg="add del">
          <ac:chgData name="Rafael Deras" userId="f78b2a6e5c98b0a4" providerId="LiveId" clId="{078AF887-D1E6-5D85-BB42-6A98E1AE28BE}" dt="2026-05-27T22:57:44.480" v="36" actId="26606"/>
          <ac:spMkLst>
            <pc:docMk/>
            <pc:sldMk cId="187643371" sldId="259"/>
            <ac:spMk id="31" creationId="{A7457DD9-5A45-400A-AB4B-4B4EDECA25F1}"/>
          </ac:spMkLst>
        </pc:spChg>
        <pc:spChg chg="add del">
          <ac:chgData name="Rafael Deras" userId="f78b2a6e5c98b0a4" providerId="LiveId" clId="{078AF887-D1E6-5D85-BB42-6A98E1AE28BE}" dt="2026-05-27T22:57:44.480" v="36" actId="26606"/>
          <ac:spMkLst>
            <pc:docMk/>
            <pc:sldMk cId="187643371" sldId="259"/>
            <ac:spMk id="32" creationId="{441CF7D6-A660-431A-B0BB-140A0D5556B6}"/>
          </ac:spMkLst>
        </pc:spChg>
        <pc:spChg chg="add del">
          <ac:chgData name="Rafael Deras" userId="f78b2a6e5c98b0a4" providerId="LiveId" clId="{078AF887-D1E6-5D85-BB42-6A98E1AE28BE}" dt="2026-05-27T22:57:44.480" v="36" actId="26606"/>
          <ac:spMkLst>
            <pc:docMk/>
            <pc:sldMk cId="187643371" sldId="259"/>
            <ac:spMk id="33" creationId="{0570A85B-3810-4F95-97B0-CBF4CCDB381C}"/>
          </ac:spMkLst>
        </pc:spChg>
        <pc:picChg chg="mod">
          <ac:chgData name="Rafael Deras" userId="f78b2a6e5c98b0a4" providerId="LiveId" clId="{078AF887-D1E6-5D85-BB42-6A98E1AE28BE}" dt="2026-05-27T22:57:44.480" v="36" actId="26606"/>
          <ac:picMkLst>
            <pc:docMk/>
            <pc:sldMk cId="187643371" sldId="259"/>
            <ac:picMk id="6" creationId="{F1098FE2-FD1A-29FD-EF95-E72377D5B91D}"/>
          </ac:picMkLst>
        </pc:picChg>
      </pc:sldChg>
      <pc:sldChg chg="addSp delSp modSp mod setBg modClrScheme chgLayout">
        <pc:chgData name="Rafael Deras" userId="f78b2a6e5c98b0a4" providerId="LiveId" clId="{078AF887-D1E6-5D85-BB42-6A98E1AE28BE}" dt="2026-05-27T23:01:27.040" v="45"/>
        <pc:sldMkLst>
          <pc:docMk/>
          <pc:sldMk cId="895312465" sldId="260"/>
        </pc:sldMkLst>
        <pc:spChg chg="add mod">
          <ac:chgData name="Rafael Deras" userId="f78b2a6e5c98b0a4" providerId="LiveId" clId="{078AF887-D1E6-5D85-BB42-6A98E1AE28BE}" dt="2026-05-27T23:01:27.040" v="45"/>
          <ac:spMkLst>
            <pc:docMk/>
            <pc:sldMk cId="895312465" sldId="260"/>
            <ac:spMk id="2" creationId="{B8CD0D46-9ADE-C624-0EF4-23311A170B52}"/>
          </ac:spMkLst>
        </pc:spChg>
        <pc:spChg chg="mod">
          <ac:chgData name="Rafael Deras" userId="f78b2a6e5c98b0a4" providerId="LiveId" clId="{078AF887-D1E6-5D85-BB42-6A98E1AE28BE}" dt="2026-05-27T22:58:55.413" v="41" actId="26606"/>
          <ac:spMkLst>
            <pc:docMk/>
            <pc:sldMk cId="895312465" sldId="260"/>
            <ac:spMk id="5" creationId="{78F315DC-815A-B67F-5059-B864553DAD53}"/>
          </ac:spMkLst>
        </pc:spChg>
        <pc:spChg chg="mod ord">
          <ac:chgData name="Rafael Deras" userId="f78b2a6e5c98b0a4" providerId="LiveId" clId="{078AF887-D1E6-5D85-BB42-6A98E1AE28BE}" dt="2026-05-27T22:58:55.413" v="41" actId="26606"/>
          <ac:spMkLst>
            <pc:docMk/>
            <pc:sldMk cId="895312465" sldId="260"/>
            <ac:spMk id="6" creationId="{D17D6387-01B5-EAED-6CE3-181B210142D6}"/>
          </ac:spMkLst>
        </pc:spChg>
        <pc:spChg chg="del">
          <ac:chgData name="Rafael Deras" userId="f78b2a6e5c98b0a4" providerId="LiveId" clId="{078AF887-D1E6-5D85-BB42-6A98E1AE28BE}" dt="2026-05-27T22:57:51.672" v="37" actId="26606"/>
          <ac:spMkLst>
            <pc:docMk/>
            <pc:sldMk cId="895312465" sldId="260"/>
            <ac:spMk id="24" creationId="{B082622D-AAF3-4897-8629-FC918530DD86}"/>
          </ac:spMkLst>
        </pc:spChg>
        <pc:spChg chg="del">
          <ac:chgData name="Rafael Deras" userId="f78b2a6e5c98b0a4" providerId="LiveId" clId="{078AF887-D1E6-5D85-BB42-6A98E1AE28BE}" dt="2026-05-27T22:57:51.672" v="37" actId="26606"/>
          <ac:spMkLst>
            <pc:docMk/>
            <pc:sldMk cId="895312465" sldId="260"/>
            <ac:spMk id="25" creationId="{A7457DD9-5A45-400A-AB4B-4B4EDECA25F1}"/>
          </ac:spMkLst>
        </pc:spChg>
        <pc:spChg chg="del">
          <ac:chgData name="Rafael Deras" userId="f78b2a6e5c98b0a4" providerId="LiveId" clId="{078AF887-D1E6-5D85-BB42-6A98E1AE28BE}" dt="2026-05-27T22:57:51.672" v="37" actId="26606"/>
          <ac:spMkLst>
            <pc:docMk/>
            <pc:sldMk cId="895312465" sldId="260"/>
            <ac:spMk id="26" creationId="{441CF7D6-A660-431A-B0BB-140A0D5556B6}"/>
          </ac:spMkLst>
        </pc:spChg>
        <pc:spChg chg="del">
          <ac:chgData name="Rafael Deras" userId="f78b2a6e5c98b0a4" providerId="LiveId" clId="{078AF887-D1E6-5D85-BB42-6A98E1AE28BE}" dt="2026-05-27T22:57:51.672" v="37" actId="26606"/>
          <ac:spMkLst>
            <pc:docMk/>
            <pc:sldMk cId="895312465" sldId="260"/>
            <ac:spMk id="27" creationId="{0570A85B-3810-4F95-97B0-CBF4CCDB381C}"/>
          </ac:spMkLst>
        </pc:spChg>
        <pc:picChg chg="mod ord">
          <ac:chgData name="Rafael Deras" userId="f78b2a6e5c98b0a4" providerId="LiveId" clId="{078AF887-D1E6-5D85-BB42-6A98E1AE28BE}" dt="2026-05-27T22:58:55.413" v="41" actId="26606"/>
          <ac:picMkLst>
            <pc:docMk/>
            <pc:sldMk cId="895312465" sldId="260"/>
            <ac:picMk id="11" creationId="{324C384A-CB57-8742-7D2E-398F5C68EC3C}"/>
          </ac:picMkLst>
        </pc:picChg>
      </pc:sldChg>
      <pc:sldChg chg="addSp delSp modSp mod setBg modClrScheme chgLayout">
        <pc:chgData name="Rafael Deras" userId="f78b2a6e5c98b0a4" providerId="LiveId" clId="{078AF887-D1E6-5D85-BB42-6A98E1AE28BE}" dt="2026-05-27T23:01:27.040" v="45"/>
        <pc:sldMkLst>
          <pc:docMk/>
          <pc:sldMk cId="2072221516" sldId="261"/>
        </pc:sldMkLst>
        <pc:spChg chg="mod">
          <ac:chgData name="Rafael Deras" userId="f78b2a6e5c98b0a4" providerId="LiveId" clId="{078AF887-D1E6-5D85-BB42-6A98E1AE28BE}" dt="2026-05-27T22:59:14.685" v="43" actId="26606"/>
          <ac:spMkLst>
            <pc:docMk/>
            <pc:sldMk cId="2072221516" sldId="261"/>
            <ac:spMk id="2" creationId="{A00A681D-DFBA-A484-EC4E-7543F88FB473}"/>
          </ac:spMkLst>
        </pc:spChg>
        <pc:spChg chg="add mod">
          <ac:chgData name="Rafael Deras" userId="f78b2a6e5c98b0a4" providerId="LiveId" clId="{078AF887-D1E6-5D85-BB42-6A98E1AE28BE}" dt="2026-05-27T23:01:27.040" v="45"/>
          <ac:spMkLst>
            <pc:docMk/>
            <pc:sldMk cId="2072221516" sldId="261"/>
            <ac:spMk id="3" creationId="{B451AC66-F3CB-DF21-DAF5-26E1CDF0AAAF}"/>
          </ac:spMkLst>
        </pc:spChg>
        <pc:spChg chg="mod ord">
          <ac:chgData name="Rafael Deras" userId="f78b2a6e5c98b0a4" providerId="LiveId" clId="{078AF887-D1E6-5D85-BB42-6A98E1AE28BE}" dt="2026-05-27T22:59:14.687" v="44" actId="26606"/>
          <ac:spMkLst>
            <pc:docMk/>
            <pc:sldMk cId="2072221516" sldId="261"/>
            <ac:spMk id="4" creationId="{C76185A2-A2C7-E1F2-B7D9-2C231722A290}"/>
          </ac:spMkLst>
        </pc:spChg>
        <pc:spChg chg="del">
          <ac:chgData name="Rafael Deras" userId="f78b2a6e5c98b0a4" providerId="LiveId" clId="{078AF887-D1E6-5D85-BB42-6A98E1AE28BE}" dt="2026-05-27T22:58:18.511" v="40" actId="26606"/>
          <ac:spMkLst>
            <pc:docMk/>
            <pc:sldMk cId="2072221516" sldId="261"/>
            <ac:spMk id="18" creationId="{2550BE34-C2B8-49B8-8519-67A8CAD51AE9}"/>
          </ac:spMkLst>
        </pc:spChg>
        <pc:spChg chg="del">
          <ac:chgData name="Rafael Deras" userId="f78b2a6e5c98b0a4" providerId="LiveId" clId="{078AF887-D1E6-5D85-BB42-6A98E1AE28BE}" dt="2026-05-27T22:58:18.511" v="40" actId="26606"/>
          <ac:spMkLst>
            <pc:docMk/>
            <pc:sldMk cId="2072221516" sldId="261"/>
            <ac:spMk id="19" creationId="{A7457DD9-5A45-400A-AB4B-4B4EDECA25F1}"/>
          </ac:spMkLst>
        </pc:spChg>
        <pc:spChg chg="del">
          <ac:chgData name="Rafael Deras" userId="f78b2a6e5c98b0a4" providerId="LiveId" clId="{078AF887-D1E6-5D85-BB42-6A98E1AE28BE}" dt="2026-05-27T22:58:18.511" v="40" actId="26606"/>
          <ac:spMkLst>
            <pc:docMk/>
            <pc:sldMk cId="2072221516" sldId="261"/>
            <ac:spMk id="20" creationId="{441CF7D6-A660-431A-B0BB-140A0D5556B6}"/>
          </ac:spMkLst>
        </pc:spChg>
        <pc:spChg chg="del">
          <ac:chgData name="Rafael Deras" userId="f78b2a6e5c98b0a4" providerId="LiveId" clId="{078AF887-D1E6-5D85-BB42-6A98E1AE28BE}" dt="2026-05-27T22:58:18.511" v="40" actId="26606"/>
          <ac:spMkLst>
            <pc:docMk/>
            <pc:sldMk cId="2072221516" sldId="261"/>
            <ac:spMk id="21" creationId="{0570A85B-3810-4F95-97B0-CBF4CCDB381C}"/>
          </ac:spMkLst>
        </pc:spChg>
        <pc:picChg chg="mod ord">
          <ac:chgData name="Rafael Deras" userId="f78b2a6e5c98b0a4" providerId="LiveId" clId="{078AF887-D1E6-5D85-BB42-6A98E1AE28BE}" dt="2026-05-27T22:59:14.687" v="44" actId="26606"/>
          <ac:picMkLst>
            <pc:docMk/>
            <pc:sldMk cId="2072221516" sldId="261"/>
            <ac:picMk id="5" creationId="{09893E18-5100-BDE7-B3A0-A8806F0E6CDB}"/>
          </ac:picMkLst>
        </pc:picChg>
      </pc:sldChg>
      <pc:sldChg chg="addSp delSp modSp mod setBg modClrScheme chgLayout">
        <pc:chgData name="Rafael Deras" userId="f78b2a6e5c98b0a4" providerId="LiveId" clId="{078AF887-D1E6-5D85-BB42-6A98E1AE28BE}" dt="2026-05-27T23:01:27.040" v="45"/>
        <pc:sldMkLst>
          <pc:docMk/>
          <pc:sldMk cId="15122119" sldId="262"/>
        </pc:sldMkLst>
        <pc:spChg chg="add mod">
          <ac:chgData name="Rafael Deras" userId="f78b2a6e5c98b0a4" providerId="LiveId" clId="{078AF887-D1E6-5D85-BB42-6A98E1AE28BE}" dt="2026-05-27T23:01:27.040" v="45"/>
          <ac:spMkLst>
            <pc:docMk/>
            <pc:sldMk cId="15122119" sldId="262"/>
            <ac:spMk id="2" creationId="{213F92A5-FB4D-174E-B436-CB1A213FE17F}"/>
          </ac:spMkLst>
        </pc:spChg>
        <pc:spChg chg="mod">
          <ac:chgData name="Rafael Deras" userId="f78b2a6e5c98b0a4" providerId="LiveId" clId="{078AF887-D1E6-5D85-BB42-6A98E1AE28BE}" dt="2026-05-27T22:57:29.815" v="32" actId="26606"/>
          <ac:spMkLst>
            <pc:docMk/>
            <pc:sldMk cId="15122119" sldId="262"/>
            <ac:spMk id="6" creationId="{B7DCB46E-8C99-1666-0FED-35A81B091AF4}"/>
          </ac:spMkLst>
        </pc:spChg>
        <pc:spChg chg="del">
          <ac:chgData name="Rafael Deras" userId="f78b2a6e5c98b0a4" providerId="LiveId" clId="{078AF887-D1E6-5D85-BB42-6A98E1AE28BE}" dt="2026-05-27T22:57:29.815" v="32" actId="26606"/>
          <ac:spMkLst>
            <pc:docMk/>
            <pc:sldMk cId="15122119" sldId="262"/>
            <ac:spMk id="29" creationId="{7301F447-EEF7-48F5-AF73-7566EE7F64AD}"/>
          </ac:spMkLst>
        </pc:spChg>
        <pc:spChg chg="del">
          <ac:chgData name="Rafael Deras" userId="f78b2a6e5c98b0a4" providerId="LiveId" clId="{078AF887-D1E6-5D85-BB42-6A98E1AE28BE}" dt="2026-05-27T22:57:29.815" v="32" actId="26606"/>
          <ac:spMkLst>
            <pc:docMk/>
            <pc:sldMk cId="15122119" sldId="262"/>
            <ac:spMk id="31" creationId="{F7117410-A2A4-4085-9ADC-46744551DBDE}"/>
          </ac:spMkLst>
        </pc:spChg>
        <pc:spChg chg="del">
          <ac:chgData name="Rafael Deras" userId="f78b2a6e5c98b0a4" providerId="LiveId" clId="{078AF887-D1E6-5D85-BB42-6A98E1AE28BE}" dt="2026-05-27T22:57:29.815" v="32" actId="26606"/>
          <ac:spMkLst>
            <pc:docMk/>
            <pc:sldMk cId="15122119" sldId="262"/>
            <ac:spMk id="33" creationId="{99F74EB5-E547-4FB4-95F5-BCC788F3C4A0}"/>
          </ac:spMkLst>
        </pc:spChg>
        <pc:graphicFrameChg chg="mod modGraphic">
          <ac:chgData name="Rafael Deras" userId="f78b2a6e5c98b0a4" providerId="LiveId" clId="{078AF887-D1E6-5D85-BB42-6A98E1AE28BE}" dt="2026-05-27T22:57:29.815" v="32" actId="26606"/>
          <ac:graphicFrameMkLst>
            <pc:docMk/>
            <pc:sldMk cId="15122119" sldId="262"/>
            <ac:graphicFrameMk id="26" creationId="{A99909E3-702F-20BD-3794-C1BF1A3C0B28}"/>
          </ac:graphicFrameMkLst>
        </pc:graphicFrameChg>
      </pc:sldChg>
      <pc:sldChg chg="addSp modSp">
        <pc:chgData name="Rafael Deras" userId="f78b2a6e5c98b0a4" providerId="LiveId" clId="{078AF887-D1E6-5D85-BB42-6A98E1AE28BE}" dt="2026-05-27T23:01:27.040" v="45"/>
        <pc:sldMkLst>
          <pc:docMk/>
          <pc:sldMk cId="3171655655" sldId="263"/>
        </pc:sldMkLst>
        <pc:spChg chg="add mod">
          <ac:chgData name="Rafael Deras" userId="f78b2a6e5c98b0a4" providerId="LiveId" clId="{078AF887-D1E6-5D85-BB42-6A98E1AE28BE}" dt="2026-05-27T23:01:27.040" v="45"/>
          <ac:spMkLst>
            <pc:docMk/>
            <pc:sldMk cId="3171655655" sldId="263"/>
            <ac:spMk id="4" creationId="{CC4502DE-49E8-88A7-9CD2-3903C4056A5E}"/>
          </ac:spMkLst>
        </pc:spChg>
      </pc:sldChg>
      <pc:sldChg chg="addSp delSp modSp mod setBg modClrScheme chgLayout">
        <pc:chgData name="Rafael Deras" userId="f78b2a6e5c98b0a4" providerId="LiveId" clId="{078AF887-D1E6-5D85-BB42-6A98E1AE28BE}" dt="2026-05-27T23:01:27.040" v="45"/>
        <pc:sldMkLst>
          <pc:docMk/>
          <pc:sldMk cId="3992928177" sldId="264"/>
        </pc:sldMkLst>
        <pc:spChg chg="mod">
          <ac:chgData name="Rafael Deras" userId="f78b2a6e5c98b0a4" providerId="LiveId" clId="{078AF887-D1E6-5D85-BB42-6A98E1AE28BE}" dt="2026-05-27T22:57:17.105" v="31" actId="26606"/>
          <ac:spMkLst>
            <pc:docMk/>
            <pc:sldMk cId="3992928177" sldId="264"/>
            <ac:spMk id="2" creationId="{6769E3EE-D809-0A4B-638F-290ACB366782}"/>
          </ac:spMkLst>
        </pc:spChg>
        <pc:spChg chg="mod">
          <ac:chgData name="Rafael Deras" userId="f78b2a6e5c98b0a4" providerId="LiveId" clId="{078AF887-D1E6-5D85-BB42-6A98E1AE28BE}" dt="2026-05-27T22:57:17.105" v="31" actId="26606"/>
          <ac:spMkLst>
            <pc:docMk/>
            <pc:sldMk cId="3992928177" sldId="264"/>
            <ac:spMk id="3" creationId="{B2192799-B6B6-2C2C-2258-2F92297B5014}"/>
          </ac:spMkLst>
        </pc:spChg>
        <pc:spChg chg="add mod">
          <ac:chgData name="Rafael Deras" userId="f78b2a6e5c98b0a4" providerId="LiveId" clId="{078AF887-D1E6-5D85-BB42-6A98E1AE28BE}" dt="2026-05-27T23:01:27.040" v="45"/>
          <ac:spMkLst>
            <pc:docMk/>
            <pc:sldMk cId="3992928177" sldId="264"/>
            <ac:spMk id="4" creationId="{D44E366F-8A33-351E-3C39-AB91E9953656}"/>
          </ac:spMkLst>
        </pc:spChg>
        <pc:spChg chg="del">
          <ac:chgData name="Rafael Deras" userId="f78b2a6e5c98b0a4" providerId="LiveId" clId="{078AF887-D1E6-5D85-BB42-6A98E1AE28BE}" dt="2026-05-27T22:57:17.105" v="31" actId="26606"/>
          <ac:spMkLst>
            <pc:docMk/>
            <pc:sldMk cId="3992928177" sldId="264"/>
            <ac:spMk id="8" creationId="{943CAA20-3569-4189-9E48-239A229A86CA}"/>
          </ac:spMkLst>
        </pc:spChg>
        <pc:spChg chg="del">
          <ac:chgData name="Rafael Deras" userId="f78b2a6e5c98b0a4" providerId="LiveId" clId="{078AF887-D1E6-5D85-BB42-6A98E1AE28BE}" dt="2026-05-27T22:57:17.105" v="31" actId="26606"/>
          <ac:spMkLst>
            <pc:docMk/>
            <pc:sldMk cId="3992928177" sldId="264"/>
            <ac:spMk id="10" creationId="{DA542B6D-E775-4832-91DC-2D20F857813A}"/>
          </ac:spMkLst>
        </pc:spChg>
      </pc:sldChg>
      <pc:sldMasterChg chg="addSp delSp modSp mod modSldLayout">
        <pc:chgData name="Rafael Deras" userId="f78b2a6e5c98b0a4" providerId="LiveId" clId="{078AF887-D1E6-5D85-BB42-6A98E1AE28BE}" dt="2026-05-27T23:02:30.327" v="49"/>
        <pc:sldMasterMkLst>
          <pc:docMk/>
          <pc:sldMasterMk cId="381031939" sldId="2147483648"/>
        </pc:sldMasterMkLst>
        <pc:spChg chg="mod">
          <ac:chgData name="Rafael Deras" userId="f78b2a6e5c98b0a4" providerId="LiveId" clId="{078AF887-D1E6-5D85-BB42-6A98E1AE28BE}" dt="2026-05-27T22:55:11.458" v="0" actId="2711"/>
          <ac:spMkLst>
            <pc:docMk/>
            <pc:sldMasterMk cId="381031939" sldId="2147483648"/>
            <ac:spMk id="3" creationId="{3E3A21FA-CA59-F2F3-4A00-5A92D0FFC640}"/>
          </ac:spMkLst>
        </pc:spChg>
        <pc:spChg chg="del mod">
          <ac:chgData name="Rafael Deras" userId="f78b2a6e5c98b0a4" providerId="LiveId" clId="{078AF887-D1E6-5D85-BB42-6A98E1AE28BE}" dt="2026-05-27T23:02:29.840" v="48"/>
          <ac:spMkLst>
            <pc:docMk/>
            <pc:sldMasterMk cId="381031939" sldId="2147483648"/>
            <ac:spMk id="5" creationId="{7C6EE310-233E-DA3E-C986-56FCBDE3766F}"/>
          </ac:spMkLst>
        </pc:spChg>
        <pc:spChg chg="add mod">
          <ac:chgData name="Rafael Deras" userId="f78b2a6e5c98b0a4" providerId="LiveId" clId="{078AF887-D1E6-5D85-BB42-6A98E1AE28BE}" dt="2026-05-27T23:02:30.327" v="49"/>
          <ac:spMkLst>
            <pc:docMk/>
            <pc:sldMasterMk cId="381031939" sldId="2147483648"/>
            <ac:spMk id="8" creationId="{74A19AAC-EAD0-6515-E040-68C9F3FF6527}"/>
          </ac:spMkLst>
        </pc:spChg>
        <pc:sldLayoutChg chg="addSp delSp modSp">
          <pc:chgData name="Rafael Deras" userId="f78b2a6e5c98b0a4" providerId="LiveId" clId="{078AF887-D1E6-5D85-BB42-6A98E1AE28BE}" dt="2026-05-27T23:02:29.840" v="48"/>
          <pc:sldLayoutMkLst>
            <pc:docMk/>
            <pc:sldMasterMk cId="381031939" sldId="2147483648"/>
            <pc:sldLayoutMk cId="2257681835" sldId="2147483649"/>
          </pc:sldLayoutMkLst>
          <pc:spChg chg="del">
            <ac:chgData name="Rafael Deras" userId="f78b2a6e5c98b0a4" providerId="LiveId" clId="{078AF887-D1E6-5D85-BB42-6A98E1AE28BE}" dt="2026-05-27T23:02:24.771" v="46"/>
            <ac:spMkLst>
              <pc:docMk/>
              <pc:sldMasterMk cId="381031939" sldId="2147483648"/>
              <pc:sldLayoutMk cId="2257681835" sldId="2147483649"/>
              <ac:spMk id="4" creationId="{79141F79-5C02-2BD8-F928-9C2E00EAE052}"/>
            </ac:spMkLst>
          </pc:spChg>
          <pc:spChg chg="del">
            <ac:chgData name="Rafael Deras" userId="f78b2a6e5c98b0a4" providerId="LiveId" clId="{078AF887-D1E6-5D85-BB42-6A98E1AE28BE}" dt="2026-05-27T23:02:24.771" v="46"/>
            <ac:spMkLst>
              <pc:docMk/>
              <pc:sldMasterMk cId="381031939" sldId="2147483648"/>
              <pc:sldLayoutMk cId="2257681835" sldId="2147483649"/>
              <ac:spMk id="5" creationId="{0919ACB2-E811-4C97-7A0D-D72692FC3E05}"/>
            </ac:spMkLst>
          </pc:spChg>
          <pc:spChg chg="del">
            <ac:chgData name="Rafael Deras" userId="f78b2a6e5c98b0a4" providerId="LiveId" clId="{078AF887-D1E6-5D85-BB42-6A98E1AE28BE}" dt="2026-05-27T23:02:24.771" v="46"/>
            <ac:spMkLst>
              <pc:docMk/>
              <pc:sldMasterMk cId="381031939" sldId="2147483648"/>
              <pc:sldLayoutMk cId="2257681835" sldId="2147483649"/>
              <ac:spMk id="6" creationId="{ABD3AA53-F8E5-49F2-D45F-AB0CD8BA6D0F}"/>
            </ac:spMkLst>
          </pc:spChg>
          <pc:spChg chg="add mod">
            <ac:chgData name="Rafael Deras" userId="f78b2a6e5c98b0a4" providerId="LiveId" clId="{078AF887-D1E6-5D85-BB42-6A98E1AE28BE}" dt="2026-05-27T23:02:25.861" v="47"/>
            <ac:spMkLst>
              <pc:docMk/>
              <pc:sldMasterMk cId="381031939" sldId="2147483648"/>
              <pc:sldLayoutMk cId="2257681835" sldId="2147483649"/>
              <ac:spMk id="7" creationId="{EA58679F-0C9B-606A-A324-D03CBD5738DC}"/>
            </ac:spMkLst>
          </pc:spChg>
          <pc:spChg chg="add mod">
            <ac:chgData name="Rafael Deras" userId="f78b2a6e5c98b0a4" providerId="LiveId" clId="{078AF887-D1E6-5D85-BB42-6A98E1AE28BE}" dt="2026-05-27T23:02:29.840" v="48"/>
            <ac:spMkLst>
              <pc:docMk/>
              <pc:sldMasterMk cId="381031939" sldId="2147483648"/>
              <pc:sldLayoutMk cId="2257681835" sldId="2147483649"/>
              <ac:spMk id="8" creationId="{68AD32A3-801F-B4B1-3AD2-7830D4AE99B0}"/>
            </ac:spMkLst>
          </pc:spChg>
          <pc:spChg chg="add mod">
            <ac:chgData name="Rafael Deras" userId="f78b2a6e5c98b0a4" providerId="LiveId" clId="{078AF887-D1E6-5D85-BB42-6A98E1AE28BE}" dt="2026-05-27T23:02:25.861" v="47"/>
            <ac:spMkLst>
              <pc:docMk/>
              <pc:sldMasterMk cId="381031939" sldId="2147483648"/>
              <pc:sldLayoutMk cId="2257681835" sldId="2147483649"/>
              <ac:spMk id="9" creationId="{0FE43D1F-8154-EDA0-1B8A-43A75BE6DB8C}"/>
            </ac:spMkLst>
          </pc:spChg>
        </pc:sldLayoutChg>
        <pc:sldLayoutChg chg="modSp">
          <pc:chgData name="Rafael Deras" userId="f78b2a6e5c98b0a4" providerId="LiveId" clId="{078AF887-D1E6-5D85-BB42-6A98E1AE28BE}" dt="2026-05-27T23:02:29.840" v="48"/>
          <pc:sldLayoutMkLst>
            <pc:docMk/>
            <pc:sldMasterMk cId="381031939" sldId="2147483648"/>
            <pc:sldLayoutMk cId="4171331911" sldId="2147483650"/>
          </pc:sldLayoutMkLst>
          <pc:spChg chg="mod">
            <ac:chgData name="Rafael Deras" userId="f78b2a6e5c98b0a4" providerId="LiveId" clId="{078AF887-D1E6-5D85-BB42-6A98E1AE28BE}" dt="2026-05-27T23:02:29.840" v="48"/>
            <ac:spMkLst>
              <pc:docMk/>
              <pc:sldMasterMk cId="381031939" sldId="2147483648"/>
              <pc:sldLayoutMk cId="4171331911" sldId="2147483650"/>
              <ac:spMk id="5" creationId="{5FDC5168-94E9-F249-7E18-5E9BE7E69E88}"/>
            </ac:spMkLst>
          </pc:spChg>
        </pc:sldLayoutChg>
        <pc:sldLayoutChg chg="modSp">
          <pc:chgData name="Rafael Deras" userId="f78b2a6e5c98b0a4" providerId="LiveId" clId="{078AF887-D1E6-5D85-BB42-6A98E1AE28BE}" dt="2026-05-27T23:02:29.840" v="48"/>
          <pc:sldLayoutMkLst>
            <pc:docMk/>
            <pc:sldMasterMk cId="381031939" sldId="2147483648"/>
            <pc:sldLayoutMk cId="4290015995" sldId="2147483651"/>
          </pc:sldLayoutMkLst>
          <pc:spChg chg="mod">
            <ac:chgData name="Rafael Deras" userId="f78b2a6e5c98b0a4" providerId="LiveId" clId="{078AF887-D1E6-5D85-BB42-6A98E1AE28BE}" dt="2026-05-27T23:02:29.840" v="48"/>
            <ac:spMkLst>
              <pc:docMk/>
              <pc:sldMasterMk cId="381031939" sldId="2147483648"/>
              <pc:sldLayoutMk cId="4290015995" sldId="2147483651"/>
              <ac:spMk id="5" creationId="{5091C604-1130-E117-3215-002941D978C1}"/>
            </ac:spMkLst>
          </pc:spChg>
        </pc:sldLayoutChg>
        <pc:sldLayoutChg chg="modSp">
          <pc:chgData name="Rafael Deras" userId="f78b2a6e5c98b0a4" providerId="LiveId" clId="{078AF887-D1E6-5D85-BB42-6A98E1AE28BE}" dt="2026-05-27T23:02:29.840" v="48"/>
          <pc:sldLayoutMkLst>
            <pc:docMk/>
            <pc:sldMasterMk cId="381031939" sldId="2147483648"/>
            <pc:sldLayoutMk cId="3562118645" sldId="2147483652"/>
          </pc:sldLayoutMkLst>
          <pc:spChg chg="mod">
            <ac:chgData name="Rafael Deras" userId="f78b2a6e5c98b0a4" providerId="LiveId" clId="{078AF887-D1E6-5D85-BB42-6A98E1AE28BE}" dt="2026-05-27T23:02:29.840" v="48"/>
            <ac:spMkLst>
              <pc:docMk/>
              <pc:sldMasterMk cId="381031939" sldId="2147483648"/>
              <pc:sldLayoutMk cId="3562118645" sldId="2147483652"/>
              <ac:spMk id="6" creationId="{E41B4939-51B8-75DA-6F69-C8D7E0EA1D93}"/>
            </ac:spMkLst>
          </pc:spChg>
        </pc:sldLayoutChg>
        <pc:sldLayoutChg chg="modSp">
          <pc:chgData name="Rafael Deras" userId="f78b2a6e5c98b0a4" providerId="LiveId" clId="{078AF887-D1E6-5D85-BB42-6A98E1AE28BE}" dt="2026-05-27T23:02:29.840" v="48"/>
          <pc:sldLayoutMkLst>
            <pc:docMk/>
            <pc:sldMasterMk cId="381031939" sldId="2147483648"/>
            <pc:sldLayoutMk cId="2184666753" sldId="2147483653"/>
          </pc:sldLayoutMkLst>
          <pc:spChg chg="mod">
            <ac:chgData name="Rafael Deras" userId="f78b2a6e5c98b0a4" providerId="LiveId" clId="{078AF887-D1E6-5D85-BB42-6A98E1AE28BE}" dt="2026-05-27T23:02:29.840" v="48"/>
            <ac:spMkLst>
              <pc:docMk/>
              <pc:sldMasterMk cId="381031939" sldId="2147483648"/>
              <pc:sldLayoutMk cId="2184666753" sldId="2147483653"/>
              <ac:spMk id="8" creationId="{2AC394A0-37F0-08C1-7E2C-DEBB207B3849}"/>
            </ac:spMkLst>
          </pc:spChg>
        </pc:sldLayoutChg>
        <pc:sldLayoutChg chg="modSp">
          <pc:chgData name="Rafael Deras" userId="f78b2a6e5c98b0a4" providerId="LiveId" clId="{078AF887-D1E6-5D85-BB42-6A98E1AE28BE}" dt="2026-05-27T23:02:29.840" v="48"/>
          <pc:sldLayoutMkLst>
            <pc:docMk/>
            <pc:sldMasterMk cId="381031939" sldId="2147483648"/>
            <pc:sldLayoutMk cId="1204904854" sldId="2147483654"/>
          </pc:sldLayoutMkLst>
          <pc:spChg chg="mod">
            <ac:chgData name="Rafael Deras" userId="f78b2a6e5c98b0a4" providerId="LiveId" clId="{078AF887-D1E6-5D85-BB42-6A98E1AE28BE}" dt="2026-05-27T23:02:29.840" v="48"/>
            <ac:spMkLst>
              <pc:docMk/>
              <pc:sldMasterMk cId="381031939" sldId="2147483648"/>
              <pc:sldLayoutMk cId="1204904854" sldId="2147483654"/>
              <ac:spMk id="4" creationId="{AF5E211F-0FCF-5D7F-6647-45F73EC95943}"/>
            </ac:spMkLst>
          </pc:spChg>
        </pc:sldLayoutChg>
        <pc:sldLayoutChg chg="modSp">
          <pc:chgData name="Rafael Deras" userId="f78b2a6e5c98b0a4" providerId="LiveId" clId="{078AF887-D1E6-5D85-BB42-6A98E1AE28BE}" dt="2026-05-27T23:02:29.840" v="48"/>
          <pc:sldLayoutMkLst>
            <pc:docMk/>
            <pc:sldMasterMk cId="381031939" sldId="2147483648"/>
            <pc:sldLayoutMk cId="4116714280" sldId="2147483655"/>
          </pc:sldLayoutMkLst>
          <pc:spChg chg="mod">
            <ac:chgData name="Rafael Deras" userId="f78b2a6e5c98b0a4" providerId="LiveId" clId="{078AF887-D1E6-5D85-BB42-6A98E1AE28BE}" dt="2026-05-27T23:02:29.840" v="48"/>
            <ac:spMkLst>
              <pc:docMk/>
              <pc:sldMasterMk cId="381031939" sldId="2147483648"/>
              <pc:sldLayoutMk cId="4116714280" sldId="2147483655"/>
              <ac:spMk id="3" creationId="{F22C50F0-A8DF-D914-A72A-F4E5DD6C6A4E}"/>
            </ac:spMkLst>
          </pc:spChg>
        </pc:sldLayoutChg>
        <pc:sldLayoutChg chg="modSp">
          <pc:chgData name="Rafael Deras" userId="f78b2a6e5c98b0a4" providerId="LiveId" clId="{078AF887-D1E6-5D85-BB42-6A98E1AE28BE}" dt="2026-05-27T23:02:29.840" v="48"/>
          <pc:sldLayoutMkLst>
            <pc:docMk/>
            <pc:sldMasterMk cId="381031939" sldId="2147483648"/>
            <pc:sldLayoutMk cId="1229263599" sldId="2147483656"/>
          </pc:sldLayoutMkLst>
          <pc:spChg chg="mod">
            <ac:chgData name="Rafael Deras" userId="f78b2a6e5c98b0a4" providerId="LiveId" clId="{078AF887-D1E6-5D85-BB42-6A98E1AE28BE}" dt="2026-05-27T23:02:29.840" v="48"/>
            <ac:spMkLst>
              <pc:docMk/>
              <pc:sldMasterMk cId="381031939" sldId="2147483648"/>
              <pc:sldLayoutMk cId="1229263599" sldId="2147483656"/>
              <ac:spMk id="6" creationId="{C6856AC4-D641-153D-5BD4-D9781D4E1EDB}"/>
            </ac:spMkLst>
          </pc:spChg>
        </pc:sldLayoutChg>
        <pc:sldLayoutChg chg="modSp">
          <pc:chgData name="Rafael Deras" userId="f78b2a6e5c98b0a4" providerId="LiveId" clId="{078AF887-D1E6-5D85-BB42-6A98E1AE28BE}" dt="2026-05-27T23:02:29.840" v="48"/>
          <pc:sldLayoutMkLst>
            <pc:docMk/>
            <pc:sldMasterMk cId="381031939" sldId="2147483648"/>
            <pc:sldLayoutMk cId="3805183546" sldId="2147483657"/>
          </pc:sldLayoutMkLst>
          <pc:spChg chg="mod">
            <ac:chgData name="Rafael Deras" userId="f78b2a6e5c98b0a4" providerId="LiveId" clId="{078AF887-D1E6-5D85-BB42-6A98E1AE28BE}" dt="2026-05-27T23:02:29.840" v="48"/>
            <ac:spMkLst>
              <pc:docMk/>
              <pc:sldMasterMk cId="381031939" sldId="2147483648"/>
              <pc:sldLayoutMk cId="3805183546" sldId="2147483657"/>
              <ac:spMk id="6" creationId="{A957FCC8-1BF1-27ED-5595-EB5A3CF09695}"/>
            </ac:spMkLst>
          </pc:spChg>
        </pc:sldLayoutChg>
        <pc:sldLayoutChg chg="modSp">
          <pc:chgData name="Rafael Deras" userId="f78b2a6e5c98b0a4" providerId="LiveId" clId="{078AF887-D1E6-5D85-BB42-6A98E1AE28BE}" dt="2026-05-27T23:02:29.840" v="48"/>
          <pc:sldLayoutMkLst>
            <pc:docMk/>
            <pc:sldMasterMk cId="381031939" sldId="2147483648"/>
            <pc:sldLayoutMk cId="178871304" sldId="2147483658"/>
          </pc:sldLayoutMkLst>
          <pc:spChg chg="mod">
            <ac:chgData name="Rafael Deras" userId="f78b2a6e5c98b0a4" providerId="LiveId" clId="{078AF887-D1E6-5D85-BB42-6A98E1AE28BE}" dt="2026-05-27T23:02:29.840" v="48"/>
            <ac:spMkLst>
              <pc:docMk/>
              <pc:sldMasterMk cId="381031939" sldId="2147483648"/>
              <pc:sldLayoutMk cId="178871304" sldId="2147483658"/>
              <ac:spMk id="5" creationId="{F7C55CE0-8339-BABD-38E2-D94022A19835}"/>
            </ac:spMkLst>
          </pc:spChg>
        </pc:sldLayoutChg>
        <pc:sldLayoutChg chg="modSp">
          <pc:chgData name="Rafael Deras" userId="f78b2a6e5c98b0a4" providerId="LiveId" clId="{078AF887-D1E6-5D85-BB42-6A98E1AE28BE}" dt="2026-05-27T23:02:29.840" v="48"/>
          <pc:sldLayoutMkLst>
            <pc:docMk/>
            <pc:sldMasterMk cId="381031939" sldId="2147483648"/>
            <pc:sldLayoutMk cId="486744996" sldId="2147483659"/>
          </pc:sldLayoutMkLst>
          <pc:spChg chg="mod">
            <ac:chgData name="Rafael Deras" userId="f78b2a6e5c98b0a4" providerId="LiveId" clId="{078AF887-D1E6-5D85-BB42-6A98E1AE28BE}" dt="2026-05-27T23:02:29.840" v="48"/>
            <ac:spMkLst>
              <pc:docMk/>
              <pc:sldMasterMk cId="381031939" sldId="2147483648"/>
              <pc:sldLayoutMk cId="486744996" sldId="2147483659"/>
              <ac:spMk id="5" creationId="{F7714EDB-EBE1-6EA4-1873-F2D830BDB8A3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V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76775E-7881-B841-BA49-D499D578A1C7}" type="datetimeFigureOut">
              <a:rPr lang="en-SV" smtClean="0"/>
              <a:t>28/5/26</a:t>
            </a:fld>
            <a:endParaRPr lang="en-SV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V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355C0E-6EB9-9E46-9BAA-A67BCCA9DF38}" type="slidenum">
              <a:rPr lang="en-SV" smtClean="0"/>
              <a:t>‹#›</a:t>
            </a:fld>
            <a:endParaRPr lang="en-SV"/>
          </a:p>
        </p:txBody>
      </p:sp>
    </p:spTree>
    <p:extLst>
      <p:ext uri="{BB962C8B-B14F-4D97-AF65-F5344CB8AC3E}">
        <p14:creationId xmlns:p14="http://schemas.microsoft.com/office/powerpoint/2010/main" val="4185178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CCCF8-6BEA-39CD-4720-72894F0E5D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V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320737-99F3-F9C5-7B96-0C03AE8B68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V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58679F-0C9B-606A-A324-D03CBD573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5278F-9881-1F4C-8D2E-93BCF037069B}" type="datetimeFigureOut">
              <a:rPr lang="en-SV" smtClean="0"/>
              <a:t>28/5/26</a:t>
            </a:fld>
            <a:endParaRPr lang="en-SV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AD32A3-801F-B4B1-3AD2-7830D4AE9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SV"/>
              <a:t>Instructor: Rafael Deras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E43D1F-8154-EDA0-1B8A-43A75BE6D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8B707-14D0-1744-8592-F3F630EFFBBB}" type="slidenum">
              <a:rPr lang="en-SV" smtClean="0"/>
              <a:t>‹#›</a:t>
            </a:fld>
            <a:endParaRPr lang="en-SV"/>
          </a:p>
        </p:txBody>
      </p:sp>
    </p:spTree>
    <p:extLst>
      <p:ext uri="{BB962C8B-B14F-4D97-AF65-F5344CB8AC3E}">
        <p14:creationId xmlns:p14="http://schemas.microsoft.com/office/powerpoint/2010/main" val="2257681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531E4-81B7-C645-FF33-29E939030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V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3A391-B0BB-259F-3006-32EB147B4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V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04E7B-C075-836B-74C1-E02818E9D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5278F-9881-1F4C-8D2E-93BCF037069B}" type="datetimeFigureOut">
              <a:rPr lang="en-SV" smtClean="0"/>
              <a:t>28/5/26</a:t>
            </a:fld>
            <a:endParaRPr lang="en-SV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DC5168-94E9-F249-7E18-5E9BE7E69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V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9C1D9-799B-1A38-0EBE-E5109D49A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8B707-14D0-1744-8592-F3F630EFFBBB}" type="slidenum">
              <a:rPr lang="en-SV" smtClean="0"/>
              <a:t>‹#›</a:t>
            </a:fld>
            <a:endParaRPr lang="en-SV"/>
          </a:p>
        </p:txBody>
      </p:sp>
    </p:spTree>
    <p:extLst>
      <p:ext uri="{BB962C8B-B14F-4D97-AF65-F5344CB8AC3E}">
        <p14:creationId xmlns:p14="http://schemas.microsoft.com/office/powerpoint/2010/main" val="4171331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05055-A596-FAB0-8E9A-A2EC8C60F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V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59B7D4-7E96-3427-4CEC-AA2D6A3F1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6467B-8826-E74C-9963-BBB96545C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5278F-9881-1F4C-8D2E-93BCF037069B}" type="datetimeFigureOut">
              <a:rPr lang="en-SV" smtClean="0"/>
              <a:t>28/5/26</a:t>
            </a:fld>
            <a:endParaRPr lang="en-SV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1C604-1130-E117-3215-002941D97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V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F154B4-60D6-DDDB-AF5C-D9ED693A3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8B707-14D0-1744-8592-F3F630EFFBBB}" type="slidenum">
              <a:rPr lang="en-SV" smtClean="0"/>
              <a:t>‹#›</a:t>
            </a:fld>
            <a:endParaRPr lang="en-SV"/>
          </a:p>
        </p:txBody>
      </p:sp>
    </p:spTree>
    <p:extLst>
      <p:ext uri="{BB962C8B-B14F-4D97-AF65-F5344CB8AC3E}">
        <p14:creationId xmlns:p14="http://schemas.microsoft.com/office/powerpoint/2010/main" val="4290015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534C6-DFB2-B7F8-6031-751D5BF66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V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4AD24-3807-9D6C-F1F2-0C30300087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V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2FEBF5-8B1A-79F1-62F6-69F712B7E7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V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4F891B-BA76-7464-E505-9ECC68D33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5278F-9881-1F4C-8D2E-93BCF037069B}" type="datetimeFigureOut">
              <a:rPr lang="en-SV" smtClean="0"/>
              <a:t>28/5/26</a:t>
            </a:fld>
            <a:endParaRPr lang="en-SV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1B4939-51B8-75DA-6F69-C8D7E0EA1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V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220E05-AF49-DF47-9F3D-7582AC52F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8B707-14D0-1744-8592-F3F630EFFBBB}" type="slidenum">
              <a:rPr lang="en-SV" smtClean="0"/>
              <a:t>‹#›</a:t>
            </a:fld>
            <a:endParaRPr lang="en-SV"/>
          </a:p>
        </p:txBody>
      </p:sp>
    </p:spTree>
    <p:extLst>
      <p:ext uri="{BB962C8B-B14F-4D97-AF65-F5344CB8AC3E}">
        <p14:creationId xmlns:p14="http://schemas.microsoft.com/office/powerpoint/2010/main" val="3562118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C1A2D-6A42-72C0-01FC-131A944E5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V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BB7978-493C-06B7-0F81-449DC7F955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51ECC9-3B9D-77D1-C324-1728E625BC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V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5C9369-2A60-A79E-CB8D-64132BD0A0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9D99F6-B426-4596-B821-26DB42A2D0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V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752B6B-2224-8310-C90B-F6E37F7E9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5278F-9881-1F4C-8D2E-93BCF037069B}" type="datetimeFigureOut">
              <a:rPr lang="en-SV" smtClean="0"/>
              <a:t>28/5/26</a:t>
            </a:fld>
            <a:endParaRPr lang="en-SV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C394A0-37F0-08C1-7E2C-DEBB207B3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V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6AACDE-9D76-21CB-3C6D-C6D59445C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8B707-14D0-1744-8592-F3F630EFFBBB}" type="slidenum">
              <a:rPr lang="en-SV" smtClean="0"/>
              <a:t>‹#›</a:t>
            </a:fld>
            <a:endParaRPr lang="en-SV"/>
          </a:p>
        </p:txBody>
      </p:sp>
    </p:spTree>
    <p:extLst>
      <p:ext uri="{BB962C8B-B14F-4D97-AF65-F5344CB8AC3E}">
        <p14:creationId xmlns:p14="http://schemas.microsoft.com/office/powerpoint/2010/main" val="2184666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92850-1974-CD38-25E8-A7F70862C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V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5E11E-0709-095B-815A-E7C363788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5278F-9881-1F4C-8D2E-93BCF037069B}" type="datetimeFigureOut">
              <a:rPr lang="en-SV" smtClean="0"/>
              <a:t>28/5/26</a:t>
            </a:fld>
            <a:endParaRPr lang="en-SV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5E211F-0FCF-5D7F-6647-45F73EC95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V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7F2CAC-77E4-FEA3-239F-99DDBE29C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8B707-14D0-1744-8592-F3F630EFFBBB}" type="slidenum">
              <a:rPr lang="en-SV" smtClean="0"/>
              <a:t>‹#›</a:t>
            </a:fld>
            <a:endParaRPr lang="en-SV"/>
          </a:p>
        </p:txBody>
      </p:sp>
    </p:spTree>
    <p:extLst>
      <p:ext uri="{BB962C8B-B14F-4D97-AF65-F5344CB8AC3E}">
        <p14:creationId xmlns:p14="http://schemas.microsoft.com/office/powerpoint/2010/main" val="1204904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7EA321-73D9-BD13-067D-ABE4E7507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5278F-9881-1F4C-8D2E-93BCF037069B}" type="datetimeFigureOut">
              <a:rPr lang="en-SV" smtClean="0"/>
              <a:t>28/5/26</a:t>
            </a:fld>
            <a:endParaRPr lang="en-SV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2C50F0-A8DF-D914-A72A-F4E5DD6C6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V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BE6D25-4E58-64E1-C95B-3D6771C4C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8B707-14D0-1744-8592-F3F630EFFBBB}" type="slidenum">
              <a:rPr lang="en-SV" smtClean="0"/>
              <a:t>‹#›</a:t>
            </a:fld>
            <a:endParaRPr lang="en-SV"/>
          </a:p>
        </p:txBody>
      </p:sp>
    </p:spTree>
    <p:extLst>
      <p:ext uri="{BB962C8B-B14F-4D97-AF65-F5344CB8AC3E}">
        <p14:creationId xmlns:p14="http://schemas.microsoft.com/office/powerpoint/2010/main" val="4116714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3166D-F30E-E827-F2D8-E857973B4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V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B056A-835C-842C-64E8-AEB5EC990C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V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13C924-A34A-27A6-8340-2DDB80CFD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E09FE6-33B8-2951-AD2B-A7576B8E8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5278F-9881-1F4C-8D2E-93BCF037069B}" type="datetimeFigureOut">
              <a:rPr lang="en-SV" smtClean="0"/>
              <a:t>28/5/26</a:t>
            </a:fld>
            <a:endParaRPr lang="en-SV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856AC4-D641-153D-5BD4-D9781D4E1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V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B5922A-C38B-A61C-5DE7-724B03CA8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8B707-14D0-1744-8592-F3F630EFFBBB}" type="slidenum">
              <a:rPr lang="en-SV" smtClean="0"/>
              <a:t>‹#›</a:t>
            </a:fld>
            <a:endParaRPr lang="en-SV"/>
          </a:p>
        </p:txBody>
      </p:sp>
    </p:spTree>
    <p:extLst>
      <p:ext uri="{BB962C8B-B14F-4D97-AF65-F5344CB8AC3E}">
        <p14:creationId xmlns:p14="http://schemas.microsoft.com/office/powerpoint/2010/main" val="1229263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6F7A8-3076-0CC3-CDC1-E83CCA36C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V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2B9155-F85B-A4DA-63D2-D25B5FBFA8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V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DB063E-6863-638C-CFC5-0E2255E18F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7D0E3-37AC-4E90-70E9-E59874E0F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5278F-9881-1F4C-8D2E-93BCF037069B}" type="datetimeFigureOut">
              <a:rPr lang="en-SV" smtClean="0"/>
              <a:t>28/5/26</a:t>
            </a:fld>
            <a:endParaRPr lang="en-SV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57FCC8-1BF1-27ED-5595-EB5A3CF09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V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93CBFC-15E1-7332-9455-4D17F105E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8B707-14D0-1744-8592-F3F630EFFBBB}" type="slidenum">
              <a:rPr lang="en-SV" smtClean="0"/>
              <a:t>‹#›</a:t>
            </a:fld>
            <a:endParaRPr lang="en-SV"/>
          </a:p>
        </p:txBody>
      </p:sp>
    </p:spTree>
    <p:extLst>
      <p:ext uri="{BB962C8B-B14F-4D97-AF65-F5344CB8AC3E}">
        <p14:creationId xmlns:p14="http://schemas.microsoft.com/office/powerpoint/2010/main" val="3805183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BDB19-2B54-ED3D-C579-90AA6F7E1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V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663FEF-E5D6-D4CE-26A0-1D92A81C50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V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550D0-C57E-CE90-0B52-09CE3AE27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5278F-9881-1F4C-8D2E-93BCF037069B}" type="datetimeFigureOut">
              <a:rPr lang="en-SV" smtClean="0"/>
              <a:t>28/5/26</a:t>
            </a:fld>
            <a:endParaRPr lang="en-SV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55CE0-8339-BABD-38E2-D94022A19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V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041EB-BE82-67FE-F2C8-63AE2B2DE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8B707-14D0-1744-8592-F3F630EFFBBB}" type="slidenum">
              <a:rPr lang="en-SV" smtClean="0"/>
              <a:t>‹#›</a:t>
            </a:fld>
            <a:endParaRPr lang="en-SV"/>
          </a:p>
        </p:txBody>
      </p:sp>
    </p:spTree>
    <p:extLst>
      <p:ext uri="{BB962C8B-B14F-4D97-AF65-F5344CB8AC3E}">
        <p14:creationId xmlns:p14="http://schemas.microsoft.com/office/powerpoint/2010/main" val="178871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F76271-1572-5216-84E5-06600F047F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V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BA990E-62A2-84EC-AA36-45A7B0BD21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V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A94B8B-4E28-CA2D-7E5B-961AB5991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5278F-9881-1F4C-8D2E-93BCF037069B}" type="datetimeFigureOut">
              <a:rPr lang="en-SV" smtClean="0"/>
              <a:t>28/5/26</a:t>
            </a:fld>
            <a:endParaRPr lang="en-SV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14EDB-EBE1-6EA4-1873-F2D830BDB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V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3A8E4-D149-8E7C-49AC-C88D8A7C3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8B707-14D0-1744-8592-F3F630EFFBBB}" type="slidenum">
              <a:rPr lang="en-SV" smtClean="0"/>
              <a:t>‹#›</a:t>
            </a:fld>
            <a:endParaRPr lang="en-SV"/>
          </a:p>
        </p:txBody>
      </p:sp>
    </p:spTree>
    <p:extLst>
      <p:ext uri="{BB962C8B-B14F-4D97-AF65-F5344CB8AC3E}">
        <p14:creationId xmlns:p14="http://schemas.microsoft.com/office/powerpoint/2010/main" val="486744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s://codewith.mu/en/tutorials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0A840B-CFA9-3CED-331A-50EB813A4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V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A21FA-CA59-F2F3-4A00-5A92D0FFC6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V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137466-F292-C28D-452D-2CDE309A58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15278F-9881-1F4C-8D2E-93BCF037069B}" type="datetimeFigureOut">
              <a:rPr lang="en-SV" smtClean="0"/>
              <a:t>28/5/26</a:t>
            </a:fld>
            <a:endParaRPr lang="en-SV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9B264-8809-A558-FF4E-AED5310839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28B707-14D0-1744-8592-F3F630EFFBBB}" type="slidenum">
              <a:rPr lang="en-SV" smtClean="0"/>
              <a:t>‹#›</a:t>
            </a:fld>
            <a:endParaRPr lang="en-SV"/>
          </a:p>
        </p:txBody>
      </p:sp>
      <p:pic>
        <p:nvPicPr>
          <p:cNvPr id="7" name="Picture 6" descr="Tutorials">
            <a:extLst>
              <a:ext uri="{FF2B5EF4-FFF2-40B4-BE49-F238E27FC236}">
                <a16:creationId xmlns:a16="http://schemas.microsoft.com/office/drawing/2014/main" id="{6A1D9521-94E3-5FC7-1414-F794FFED95B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837473B0-CC2E-450A-ABE3-18F120FF3D39}">
                <a1611:picAttrSrcUrl xmlns:a1611="http://schemas.microsoft.com/office/drawing/2016/11/main" r:id="rId14"/>
              </a:ext>
            </a:extLst>
          </a:blip>
          <a:stretch>
            <a:fillRect/>
          </a:stretch>
        </p:blipFill>
        <p:spPr>
          <a:xfrm>
            <a:off x="10632889" y="136525"/>
            <a:ext cx="1559111" cy="1000499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A19AAC-EAD0-6515-E040-68C9F3FF65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V"/>
          </a:p>
        </p:txBody>
      </p:sp>
    </p:spTree>
    <p:extLst>
      <p:ext uri="{BB962C8B-B14F-4D97-AF65-F5344CB8AC3E}">
        <p14:creationId xmlns:p14="http://schemas.microsoft.com/office/powerpoint/2010/main" val="381031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rgbClr val="262626"/>
          </a:solidFill>
          <a:latin typeface="Montserrat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V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linkedin.com/in/rafael-deras-data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C12E7-B478-3AC8-00EE-5469E70DC2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V"/>
              <a:t>Control de Flujo y Bucles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D7DD24-84E8-85AB-C85D-4BB75B0431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if, else</a:t>
            </a:r>
          </a:p>
          <a:p>
            <a:r>
              <a:rPr lang="en-US"/>
              <a:t>for, while</a:t>
            </a:r>
            <a:endParaRPr lang="en-SV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20F4F-CB85-AF41-9591-89E4AA15B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V"/>
              <a:t>Instructor: Rafael Deras</a:t>
            </a:r>
          </a:p>
        </p:txBody>
      </p:sp>
    </p:spTree>
    <p:extLst>
      <p:ext uri="{BB962C8B-B14F-4D97-AF65-F5344CB8AC3E}">
        <p14:creationId xmlns:p14="http://schemas.microsoft.com/office/powerpoint/2010/main" val="2970443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E9702-B725-9158-D196-3A8001517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V"/>
              <a:t>El camino que sigue el código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ED9DC-4696-EAFD-6F0C-48573913530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SV"/>
              <a:t>Ejecución secuencial de código (de arriba a abajo)</a:t>
            </a:r>
          </a:p>
          <a:p>
            <a:r>
              <a:rPr lang="en-SV"/>
              <a:t>Estructuras de flujo</a:t>
            </a:r>
          </a:p>
          <a:p>
            <a:pPr lvl="1"/>
            <a:r>
              <a:rPr lang="en-SV"/>
              <a:t>Tomar decisiones</a:t>
            </a:r>
          </a:p>
          <a:p>
            <a:pPr lvl="1"/>
            <a:r>
              <a:rPr lang="en-US"/>
              <a:t>Saltar o repetir tareas</a:t>
            </a:r>
            <a:endParaRPr lang="en-SV"/>
          </a:p>
        </p:txBody>
      </p:sp>
      <p:pic>
        <p:nvPicPr>
          <p:cNvPr id="1026" name="Picture 2" descr="Highway Exit Turn Car Drift Meme Maker — Kapwing">
            <a:extLst>
              <a:ext uri="{FF2B5EF4-FFF2-40B4-BE49-F238E27FC236}">
                <a16:creationId xmlns:a16="http://schemas.microsoft.com/office/drawing/2014/main" id="{70798E35-5D5D-3AF3-1ED1-5461558EFBD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3810" y="1690688"/>
            <a:ext cx="3379990" cy="3219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his checkout aisle has a circular conveyor. : r/mildlyinteresting">
            <a:extLst>
              <a:ext uri="{FF2B5EF4-FFF2-40B4-BE49-F238E27FC236}">
                <a16:creationId xmlns:a16="http://schemas.microsoft.com/office/drawing/2014/main" id="{E1F9E105-8712-3D88-F02D-A1ADC6C0CD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8999" y="4077026"/>
            <a:ext cx="3221131" cy="2415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2720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CFC50-DC5B-102A-A120-7CFD77FF0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/>
              <a:t>Tomando decisiones: if, else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EFFB2-25F7-3A2C-F265-8A142B16CB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if : si esto se cumple, realizar esta tarea)</a:t>
            </a:r>
          </a:p>
          <a:p>
            <a:r>
              <a:rPr lang="en-US"/>
              <a:t>else : caso contrario, realizar esta tarea)</a:t>
            </a:r>
          </a:p>
          <a:p>
            <a:endParaRPr lang="en-US"/>
          </a:p>
          <a:p>
            <a:pPr marL="0"/>
            <a:r>
              <a:rPr lang="en-US"/>
              <a:t>Cada condición finaliza con “:” y el bloque de instrucciones se escribe con indentación.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8C7D2721-395F-6942-16F1-D1470B1C3CF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3347117"/>
            <a:ext cx="5181600" cy="130835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7124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19CAF-C825-1A0E-3ABE-5E1225AEF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/>
              <a:t>Opciones múltiples: elif (else if)</a:t>
            </a:r>
          </a:p>
        </p:txBody>
      </p:sp>
      <p:pic>
        <p:nvPicPr>
          <p:cNvPr id="6" name="Content Placeholder 7">
            <a:extLst>
              <a:ext uri="{FF2B5EF4-FFF2-40B4-BE49-F238E27FC236}">
                <a16:creationId xmlns:a16="http://schemas.microsoft.com/office/drawing/2014/main" id="{F1098FE2-FD1A-29FD-EF95-E72377D5B91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828957"/>
            <a:ext cx="5181600" cy="2344673"/>
          </a:xfrm>
          <a:prstGeom prst="rect">
            <a:avLst/>
          </a:prstGeom>
          <a:noFill/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FF3D8C4-3D62-B2B9-80EA-0573AC5A52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Las diferentes condiciones se evalúan en el orden en que están escritas.</a:t>
            </a:r>
          </a:p>
          <a:p>
            <a:r>
              <a:rPr lang="en-US"/>
              <a:t>Una vez ejecutada una, se saltarán todas las demás condiciones.</a:t>
            </a:r>
          </a:p>
          <a:p>
            <a:endParaRPr lang="en-US"/>
          </a:p>
          <a:p>
            <a:pPr mar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43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8F315DC-815A-B67F-5059-B864553DA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Bucle de repeticiones: for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7D6387-01B5-EAED-6CE3-181B210142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Repetir un bloque de código varias veces.</a:t>
            </a:r>
          </a:p>
          <a:p>
            <a:r>
              <a:rPr lang="en-US"/>
              <a:t>Utilizado cuando se sabe cuántas veces se debe ejecutar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24C384A-CB57-8742-7D2E-398F5C68EC3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3113945"/>
            <a:ext cx="5181600" cy="177469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95312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A681D-DFBA-A484-EC4E-7543F88FB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/>
              <a:t>Repetición condicional: while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185A2-A2C7-E1F2-B7D9-2C231722A2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Repetir un bloque mientras una condición es verdadera.</a:t>
            </a:r>
          </a:p>
          <a:p>
            <a:r>
              <a:rPr lang="en-US"/>
              <a:t>Se repite infinitamente si la condición nunca se cumple.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893E18-5100-BDE7-B3A0-A8806F0E6CD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3379502"/>
            <a:ext cx="5181600" cy="124358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72221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7DCB46E-8C99-1666-0FED-35A81B091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/>
              <a:t>Casos de uso</a:t>
            </a:r>
          </a:p>
        </p:txBody>
      </p:sp>
      <p:graphicFrame>
        <p:nvGraphicFramePr>
          <p:cNvPr id="26" name="Content Placeholder 4">
            <a:extLst>
              <a:ext uri="{FF2B5EF4-FFF2-40B4-BE49-F238E27FC236}">
                <a16:creationId xmlns:a16="http://schemas.microsoft.com/office/drawing/2014/main" id="{A99909E3-702F-20BD-3794-C1BF1A3C0B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3236463"/>
              </p:ext>
            </p:extLst>
          </p:nvPr>
        </p:nvGraphicFramePr>
        <p:xfrm>
          <a:off x="838200" y="2052325"/>
          <a:ext cx="10515602" cy="38979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19930">
                  <a:extLst>
                    <a:ext uri="{9D8B030D-6E8A-4147-A177-3AD203B41FA5}">
                      <a16:colId xmlns:a16="http://schemas.microsoft.com/office/drawing/2014/main" val="1101238206"/>
                    </a:ext>
                  </a:extLst>
                </a:gridCol>
                <a:gridCol w="4203826">
                  <a:extLst>
                    <a:ext uri="{9D8B030D-6E8A-4147-A177-3AD203B41FA5}">
                      <a16:colId xmlns:a16="http://schemas.microsoft.com/office/drawing/2014/main" val="3805581171"/>
                    </a:ext>
                  </a:extLst>
                </a:gridCol>
                <a:gridCol w="4091846">
                  <a:extLst>
                    <a:ext uri="{9D8B030D-6E8A-4147-A177-3AD203B41FA5}">
                      <a16:colId xmlns:a16="http://schemas.microsoft.com/office/drawing/2014/main" val="3879980943"/>
                    </a:ext>
                  </a:extLst>
                </a:gridCol>
              </a:tblGrid>
              <a:tr h="573360">
                <a:tc>
                  <a:txBody>
                    <a:bodyPr/>
                    <a:lstStyle/>
                    <a:p>
                      <a:r>
                        <a:rPr lang="en-SV" sz="2600"/>
                        <a:t>Estructura</a:t>
                      </a:r>
                    </a:p>
                  </a:txBody>
                  <a:tcPr marL="133727" marR="133727" marT="66864" marB="66864"/>
                </a:tc>
                <a:tc>
                  <a:txBody>
                    <a:bodyPr/>
                    <a:lstStyle/>
                    <a:p>
                      <a:r>
                        <a:rPr lang="en-SV" sz="2600"/>
                        <a:t>Aplicación</a:t>
                      </a:r>
                    </a:p>
                  </a:txBody>
                  <a:tcPr marL="133727" marR="133727" marT="66864" marB="66864"/>
                </a:tc>
                <a:tc>
                  <a:txBody>
                    <a:bodyPr/>
                    <a:lstStyle/>
                    <a:p>
                      <a:r>
                        <a:rPr lang="en-SV" sz="2600"/>
                        <a:t>Analogía</a:t>
                      </a:r>
                    </a:p>
                  </a:txBody>
                  <a:tcPr marL="133727" marR="133727" marT="66864" marB="66864"/>
                </a:tc>
                <a:extLst>
                  <a:ext uri="{0D108BD9-81ED-4DB2-BD59-A6C34878D82A}">
                    <a16:rowId xmlns:a16="http://schemas.microsoft.com/office/drawing/2014/main" val="1591310037"/>
                  </a:ext>
                </a:extLst>
              </a:tr>
              <a:tr h="974485">
                <a:tc>
                  <a:txBody>
                    <a:bodyPr/>
                    <a:lstStyle/>
                    <a:p>
                      <a:r>
                        <a:rPr lang="en-US" sz="2600"/>
                        <a:t>I</a:t>
                      </a:r>
                      <a:r>
                        <a:rPr lang="en-SV" sz="2600"/>
                        <a:t>f / elif / else</a:t>
                      </a:r>
                    </a:p>
                  </a:txBody>
                  <a:tcPr marL="133727" marR="133727" marT="66864" marB="66864"/>
                </a:tc>
                <a:tc>
                  <a:txBody>
                    <a:bodyPr/>
                    <a:lstStyle/>
                    <a:p>
                      <a:r>
                        <a:rPr lang="en-SV" sz="2600"/>
                        <a:t>Decisión única y puntual</a:t>
                      </a:r>
                    </a:p>
                  </a:txBody>
                  <a:tcPr marL="133727" marR="133727" marT="66864" marB="66864"/>
                </a:tc>
                <a:tc>
                  <a:txBody>
                    <a:bodyPr/>
                    <a:lstStyle/>
                    <a:p>
                      <a:r>
                        <a:rPr lang="en-SV" sz="2600"/>
                        <a:t>Si está oscuro, enciendo la luz</a:t>
                      </a:r>
                    </a:p>
                  </a:txBody>
                  <a:tcPr marL="133727" marR="133727" marT="66864" marB="66864"/>
                </a:tc>
                <a:extLst>
                  <a:ext uri="{0D108BD9-81ED-4DB2-BD59-A6C34878D82A}">
                    <a16:rowId xmlns:a16="http://schemas.microsoft.com/office/drawing/2014/main" val="460575180"/>
                  </a:ext>
                </a:extLst>
              </a:tr>
              <a:tr h="974485">
                <a:tc>
                  <a:txBody>
                    <a:bodyPr/>
                    <a:lstStyle/>
                    <a:p>
                      <a:r>
                        <a:rPr lang="en-SV" sz="2600"/>
                        <a:t>for</a:t>
                      </a:r>
                    </a:p>
                  </a:txBody>
                  <a:tcPr marL="133727" marR="133727" marT="66864" marB="66864"/>
                </a:tc>
                <a:tc>
                  <a:txBody>
                    <a:bodyPr/>
                    <a:lstStyle/>
                    <a:p>
                      <a:r>
                        <a:rPr lang="en-SV" sz="2600"/>
                        <a:t>Repetir una tarea un número fijo de veces</a:t>
                      </a:r>
                    </a:p>
                  </a:txBody>
                  <a:tcPr marL="133727" marR="133727" marT="66864" marB="66864"/>
                </a:tc>
                <a:tc>
                  <a:txBody>
                    <a:bodyPr/>
                    <a:lstStyle/>
                    <a:p>
                      <a:r>
                        <a:rPr lang="en-SV" sz="2600"/>
                        <a:t>Lavar los 5 platos que están sucios.</a:t>
                      </a:r>
                    </a:p>
                  </a:txBody>
                  <a:tcPr marL="133727" marR="133727" marT="66864" marB="66864"/>
                </a:tc>
                <a:extLst>
                  <a:ext uri="{0D108BD9-81ED-4DB2-BD59-A6C34878D82A}">
                    <a16:rowId xmlns:a16="http://schemas.microsoft.com/office/drawing/2014/main" val="2536198714"/>
                  </a:ext>
                </a:extLst>
              </a:tr>
              <a:tr h="1375610">
                <a:tc>
                  <a:txBody>
                    <a:bodyPr/>
                    <a:lstStyle/>
                    <a:p>
                      <a:r>
                        <a:rPr lang="en-SV" sz="2600"/>
                        <a:t>while</a:t>
                      </a:r>
                    </a:p>
                  </a:txBody>
                  <a:tcPr marL="133727" marR="133727" marT="66864" marB="66864"/>
                </a:tc>
                <a:tc>
                  <a:txBody>
                    <a:bodyPr/>
                    <a:lstStyle/>
                    <a:p>
                      <a:r>
                        <a:rPr lang="en-SV" sz="2600"/>
                        <a:t>Repetir una tarea basado en una condición</a:t>
                      </a:r>
                    </a:p>
                  </a:txBody>
                  <a:tcPr marL="133727" marR="133727" marT="66864" marB="66864"/>
                </a:tc>
                <a:tc>
                  <a:txBody>
                    <a:bodyPr/>
                    <a:lstStyle/>
                    <a:p>
                      <a:r>
                        <a:rPr lang="en-SV" sz="2600"/>
                        <a:t>Mientras haya espacios en blanco en el dibujo, seguir coloreando.</a:t>
                      </a:r>
                    </a:p>
                  </a:txBody>
                  <a:tcPr marL="133727" marR="133727" marT="66864" marB="66864"/>
                </a:tc>
                <a:extLst>
                  <a:ext uri="{0D108BD9-81ED-4DB2-BD59-A6C34878D82A}">
                    <a16:rowId xmlns:a16="http://schemas.microsoft.com/office/drawing/2014/main" val="30645354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22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C8E66-B880-7658-557A-FBBD778BB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V" dirty="0"/>
              <a:t>Ejemplos de concepto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D0E21-64B7-DBCF-2EB3-B8669F4F6B9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V" dirty="0"/>
              <a:t>Pasar lista de asistencia leyendo el nombre de 12 alumnos.</a:t>
            </a:r>
          </a:p>
          <a:p>
            <a:pPr marL="0" indent="0">
              <a:buNone/>
            </a:pPr>
            <a:endParaRPr lang="en-SV" dirty="0"/>
          </a:p>
          <a:p>
            <a:pPr marL="0" indent="0">
              <a:buNone/>
            </a:pPr>
            <a:endParaRPr lang="en-SV" dirty="0"/>
          </a:p>
          <a:p>
            <a:pPr marL="0" indent="0">
              <a:buNone/>
            </a:pPr>
            <a:r>
              <a:rPr lang="en-SV" dirty="0"/>
              <a:t>¿Instrucción?</a:t>
            </a:r>
            <a:br>
              <a:rPr lang="en-SV" dirty="0"/>
            </a:br>
            <a:endParaRPr lang="en-SV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9A6230-2039-DB92-A749-3EE81188FA8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en-SV" dirty="0"/>
          </a:p>
        </p:txBody>
      </p:sp>
    </p:spTree>
    <p:extLst>
      <p:ext uri="{BB962C8B-B14F-4D97-AF65-F5344CB8AC3E}">
        <p14:creationId xmlns:p14="http://schemas.microsoft.com/office/powerpoint/2010/main" val="3151740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59162-8475-AEBA-9ECC-090AFD7B4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9A223-E502-451E-44EB-F22BC34B4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V" dirty="0"/>
              <a:t>Ejemplos de concepto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5BF53-3FF7-8B5F-837E-C37C69B41B1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endParaRPr lang="en-SV" dirty="0"/>
          </a:p>
          <a:p>
            <a:pPr marL="0" indent="0">
              <a:buNone/>
            </a:pPr>
            <a:r>
              <a:rPr lang="en-SV" dirty="0"/>
              <a:t>Pasar lista de asistencia leyendo el nombre de 12 alumnos.</a:t>
            </a:r>
          </a:p>
          <a:p>
            <a:pPr marL="0" indent="0">
              <a:buNone/>
            </a:pPr>
            <a:endParaRPr lang="en-SV" dirty="0"/>
          </a:p>
          <a:p>
            <a:pPr marL="0" indent="0">
              <a:buNone/>
            </a:pPr>
            <a:r>
              <a:rPr lang="en-SV" dirty="0"/>
              <a:t>¿Instrucción?</a:t>
            </a:r>
            <a:br>
              <a:rPr lang="en-SV" dirty="0"/>
            </a:br>
            <a:endParaRPr lang="en-SV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5AC21E-A360-47DF-7204-22837A2E68B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en-SV" dirty="0"/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3CFC18C9-3B51-0AA6-9941-A9A2DD9529D7}"/>
              </a:ext>
            </a:extLst>
          </p:cNvPr>
          <p:cNvSpPr/>
          <p:nvPr/>
        </p:nvSpPr>
        <p:spPr>
          <a:xfrm>
            <a:off x="7203989" y="2236573"/>
            <a:ext cx="3682314" cy="3138616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algn="ctr"/>
            <a:r>
              <a:rPr lang="en-SV" sz="8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FOR</a:t>
            </a:r>
          </a:p>
        </p:txBody>
      </p:sp>
    </p:spTree>
    <p:extLst>
      <p:ext uri="{BB962C8B-B14F-4D97-AF65-F5344CB8AC3E}">
        <p14:creationId xmlns:p14="http://schemas.microsoft.com/office/powerpoint/2010/main" val="2040269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FCC75-C012-19D4-1042-B64CF1F87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2D50C-70C6-E703-6382-72B2482E5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V" dirty="0"/>
              <a:t>Ejemplos de concepto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1517A-16B8-32BE-2DCB-197F9506180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endParaRPr lang="en-SV" dirty="0"/>
          </a:p>
          <a:p>
            <a:pPr marL="0" indent="0">
              <a:buNone/>
            </a:pPr>
            <a:r>
              <a:rPr lang="en-SV"/>
              <a:t>Un </a:t>
            </a:r>
            <a:r>
              <a:rPr lang="en-SV" dirty="0"/>
              <a:t>niño de 8 años ser admitido en un cine que presenta una película de clasificación PG-13</a:t>
            </a:r>
          </a:p>
          <a:p>
            <a:pPr marL="0" indent="0">
              <a:buNone/>
            </a:pPr>
            <a:endParaRPr lang="en-SV" dirty="0"/>
          </a:p>
          <a:p>
            <a:pPr marL="0" indent="0">
              <a:buNone/>
            </a:pPr>
            <a:r>
              <a:rPr lang="en-SV" dirty="0"/>
              <a:t>¿Instrucción?</a:t>
            </a:r>
            <a:br>
              <a:rPr lang="en-SV" dirty="0"/>
            </a:br>
            <a:endParaRPr lang="en-SV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73612C-72D8-CCAB-864F-43525F82C37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en-SV" dirty="0"/>
          </a:p>
        </p:txBody>
      </p:sp>
    </p:spTree>
    <p:extLst>
      <p:ext uri="{BB962C8B-B14F-4D97-AF65-F5344CB8AC3E}">
        <p14:creationId xmlns:p14="http://schemas.microsoft.com/office/powerpoint/2010/main" val="2281206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AB343-44A4-77F0-03B5-ED68C48A7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DF87D-2E50-6D7F-FDF2-72A57DA84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V" dirty="0"/>
              <a:t>Ejemplos de concepto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37BBF-893E-4CC5-0F75-C8D441B55A3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endParaRPr lang="en-SV" dirty="0"/>
          </a:p>
          <a:p>
            <a:pPr marL="0" indent="0">
              <a:buNone/>
            </a:pPr>
            <a:r>
              <a:rPr lang="en-SV" dirty="0"/>
              <a:t>Un niño de 8 años ser admitido en un cine que presenta una película de clasificación PG-13</a:t>
            </a:r>
          </a:p>
          <a:p>
            <a:pPr marL="0" indent="0">
              <a:buNone/>
            </a:pPr>
            <a:endParaRPr lang="en-SV" dirty="0"/>
          </a:p>
          <a:p>
            <a:pPr marL="0" indent="0">
              <a:buNone/>
            </a:pPr>
            <a:r>
              <a:rPr lang="en-SV" dirty="0"/>
              <a:t>¿Instrucción?</a:t>
            </a:r>
            <a:br>
              <a:rPr lang="en-SV" dirty="0"/>
            </a:br>
            <a:endParaRPr lang="en-SV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E61C76-462C-061B-FD07-3062B5892B7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en-SV" dirty="0"/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E02E0697-CB1D-31F8-B9C3-6C0AF557415F}"/>
              </a:ext>
            </a:extLst>
          </p:cNvPr>
          <p:cNvSpPr/>
          <p:nvPr/>
        </p:nvSpPr>
        <p:spPr>
          <a:xfrm>
            <a:off x="7203989" y="2236573"/>
            <a:ext cx="3682314" cy="3138616"/>
          </a:xfrm>
          <a:prstGeom prst="cloud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algn="ctr"/>
            <a:r>
              <a:rPr lang="en-SV" sz="8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IF</a:t>
            </a:r>
          </a:p>
        </p:txBody>
      </p:sp>
    </p:spTree>
    <p:extLst>
      <p:ext uri="{BB962C8B-B14F-4D97-AF65-F5344CB8AC3E}">
        <p14:creationId xmlns:p14="http://schemas.microsoft.com/office/powerpoint/2010/main" val="3635307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6FD03-3464-E43F-0EB9-C7121C470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2BE7B-FA11-3A56-7A36-369A4C547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V" dirty="0"/>
              <a:t>Ejemplos de concepto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3A497-04E4-97C3-25B0-AAD87352E2E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endParaRPr lang="en-SV" dirty="0"/>
          </a:p>
          <a:p>
            <a:pPr marL="0" indent="0">
              <a:buNone/>
            </a:pPr>
            <a:r>
              <a:rPr lang="en-SV" dirty="0"/>
              <a:t>Pasar uno a uno los productos por un lector de código de barra en la caja del supermercado.</a:t>
            </a:r>
          </a:p>
          <a:p>
            <a:pPr marL="0" indent="0">
              <a:buNone/>
            </a:pPr>
            <a:endParaRPr lang="en-SV" dirty="0"/>
          </a:p>
          <a:p>
            <a:pPr marL="0" indent="0">
              <a:buNone/>
            </a:pPr>
            <a:r>
              <a:rPr lang="en-SV" dirty="0"/>
              <a:t>¿Instrucción?</a:t>
            </a:r>
            <a:br>
              <a:rPr lang="en-SV" dirty="0"/>
            </a:br>
            <a:endParaRPr lang="en-SV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722D0C-0CA1-6684-6907-1A1E4CF7D73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en-SV" dirty="0"/>
          </a:p>
        </p:txBody>
      </p:sp>
    </p:spTree>
    <p:extLst>
      <p:ext uri="{BB962C8B-B14F-4D97-AF65-F5344CB8AC3E}">
        <p14:creationId xmlns:p14="http://schemas.microsoft.com/office/powerpoint/2010/main" val="35125038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6463D-7144-025A-29A2-C7BB9C32E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B7AC9-80CA-F402-E586-6E11CC560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V" dirty="0"/>
              <a:t>Ejemplos de concepto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4D89A-4E6E-57D8-62A8-CCBDFA3C379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endParaRPr lang="en-SV" dirty="0"/>
          </a:p>
          <a:p>
            <a:pPr marL="0" indent="0">
              <a:buNone/>
            </a:pPr>
            <a:r>
              <a:rPr lang="en-SV" dirty="0"/>
              <a:t>Pasar uno a uno los productos por un lector de código de barra en la caja del supermercado.</a:t>
            </a:r>
          </a:p>
          <a:p>
            <a:pPr marL="0" indent="0">
              <a:buNone/>
            </a:pPr>
            <a:endParaRPr lang="en-SV" dirty="0"/>
          </a:p>
          <a:p>
            <a:pPr marL="0" indent="0">
              <a:buNone/>
            </a:pPr>
            <a:r>
              <a:rPr lang="en-SV" dirty="0"/>
              <a:t>¿Instrucción?</a:t>
            </a:r>
            <a:br>
              <a:rPr lang="en-SV" dirty="0"/>
            </a:br>
            <a:endParaRPr lang="en-SV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A72E64-BA1D-45CF-57A0-20345367A75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en-SV" dirty="0"/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95A578E4-23A1-D7E8-2717-97CB38FCF232}"/>
              </a:ext>
            </a:extLst>
          </p:cNvPr>
          <p:cNvSpPr/>
          <p:nvPr/>
        </p:nvSpPr>
        <p:spPr>
          <a:xfrm>
            <a:off x="7203989" y="2236573"/>
            <a:ext cx="3682314" cy="3138616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algn="ctr"/>
            <a:r>
              <a:rPr lang="en-SV" sz="6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While</a:t>
            </a:r>
            <a:endParaRPr lang="en-SV" sz="8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264257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4D91A-7622-914F-8DB9-402E883C0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809EF-F4E5-6479-3E77-53575B10B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V" dirty="0"/>
              <a:t>Ejemplos de concepto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43312-660A-AB90-985A-A431E528CC1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endParaRPr lang="en-SV" dirty="0"/>
          </a:p>
          <a:p>
            <a:pPr marL="0" indent="0">
              <a:buNone/>
            </a:pPr>
            <a:r>
              <a:rPr lang="en-SV" dirty="0"/>
              <a:t>Cobrar el pasaje al abordar el autobus en una terminal verificando que pasajeros de 3a edad suben gratis.</a:t>
            </a:r>
          </a:p>
          <a:p>
            <a:pPr marL="0" indent="0">
              <a:buNone/>
            </a:pPr>
            <a:endParaRPr lang="en-SV" dirty="0"/>
          </a:p>
          <a:p>
            <a:pPr marL="0" indent="0">
              <a:buNone/>
            </a:pPr>
            <a:r>
              <a:rPr lang="en-SV" dirty="0"/>
              <a:t>¿Instrucción?</a:t>
            </a:r>
            <a:br>
              <a:rPr lang="en-SV" dirty="0"/>
            </a:br>
            <a:endParaRPr lang="en-SV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990EB8-0AF4-387B-0E50-DD5A895183E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en-SV" dirty="0"/>
          </a:p>
        </p:txBody>
      </p:sp>
    </p:spTree>
    <p:extLst>
      <p:ext uri="{BB962C8B-B14F-4D97-AF65-F5344CB8AC3E}">
        <p14:creationId xmlns:p14="http://schemas.microsoft.com/office/powerpoint/2010/main" val="40095559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73A9C-9248-4026-B013-251549BD6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6397D-AEA7-324C-7D16-97AAE5C20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V" dirty="0"/>
              <a:t>Ejemplos de concepto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B8E82-5623-6AB2-26E8-78F2FB5D03E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endParaRPr lang="en-SV" dirty="0"/>
          </a:p>
          <a:p>
            <a:pPr marL="0" indent="0">
              <a:buNone/>
            </a:pPr>
            <a:r>
              <a:rPr lang="en-SV" dirty="0"/>
              <a:t>Cobrar el pasaje al abordar el autobus en una terminal verificando que pasajeros de 3a edad suben gratis.</a:t>
            </a:r>
          </a:p>
          <a:p>
            <a:pPr marL="0" indent="0">
              <a:buNone/>
            </a:pPr>
            <a:endParaRPr lang="en-SV" dirty="0"/>
          </a:p>
          <a:p>
            <a:pPr marL="0" indent="0">
              <a:buNone/>
            </a:pPr>
            <a:r>
              <a:rPr lang="en-SV" dirty="0"/>
              <a:t>¿Instrucción?</a:t>
            </a:r>
            <a:br>
              <a:rPr lang="en-SV" dirty="0"/>
            </a:br>
            <a:endParaRPr lang="en-SV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72693D-4A7F-F806-141E-64A63118D8C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en-SV" dirty="0"/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2295A447-A042-0C49-CDA8-959F74CB8152}"/>
              </a:ext>
            </a:extLst>
          </p:cNvPr>
          <p:cNvSpPr/>
          <p:nvPr/>
        </p:nvSpPr>
        <p:spPr>
          <a:xfrm>
            <a:off x="7203989" y="2236573"/>
            <a:ext cx="3682314" cy="3138616"/>
          </a:xfrm>
          <a:prstGeom prst="cloud">
            <a:avLst/>
          </a:prstGeom>
          <a:gradFill flip="none" rotWithShape="1">
            <a:gsLst>
              <a:gs pos="0">
                <a:srgbClr val="0070C0"/>
              </a:gs>
              <a:gs pos="60000">
                <a:srgbClr val="00B0F0"/>
              </a:gs>
              <a:gs pos="100000">
                <a:schemeClr val="bg1">
                  <a:lumMod val="95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algn="ctr"/>
            <a:r>
              <a:rPr lang="en-SV" sz="6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While + If</a:t>
            </a:r>
            <a:endParaRPr lang="en-SV" sz="8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912098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E7DF2-7E9F-CFA1-96D2-72B30E0D8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V"/>
              <a:t>Preguntas…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A769AD-4A41-89EF-2EE7-6441158F44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V"/>
          </a:p>
        </p:txBody>
      </p:sp>
    </p:spTree>
    <p:extLst>
      <p:ext uri="{BB962C8B-B14F-4D97-AF65-F5344CB8AC3E}">
        <p14:creationId xmlns:p14="http://schemas.microsoft.com/office/powerpoint/2010/main" val="31716556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9E3EE-D809-0A4B-638F-290ACB3667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/>
              <a:t>Gracias!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192799-B6B6-2C2C-2258-2F92297B50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kern="1200">
                <a:hlinkClick r:id="rId2"/>
              </a:rPr>
              <a:t>www.linkedin.com/in/rafael-deras-data/</a:t>
            </a:r>
            <a:endParaRPr lang="en-US" kern="1200"/>
          </a:p>
          <a:p>
            <a:endParaRPr lang="en-US" kern="1200"/>
          </a:p>
        </p:txBody>
      </p:sp>
    </p:spTree>
    <p:extLst>
      <p:ext uri="{BB962C8B-B14F-4D97-AF65-F5344CB8AC3E}">
        <p14:creationId xmlns:p14="http://schemas.microsoft.com/office/powerpoint/2010/main" val="3992928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435</Words>
  <Application>Microsoft Macintosh PowerPoint</Application>
  <PresentationFormat>Widescreen</PresentationFormat>
  <Paragraphs>83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Inter</vt:lpstr>
      <vt:lpstr>Montserrat</vt:lpstr>
      <vt:lpstr>Office Theme</vt:lpstr>
      <vt:lpstr>Control de Flujo y Bucles</vt:lpstr>
      <vt:lpstr>El camino que sigue el código</vt:lpstr>
      <vt:lpstr>Tomando decisiones: if, else</vt:lpstr>
      <vt:lpstr>Opciones múltiples: elif (else if)</vt:lpstr>
      <vt:lpstr>Bucle de repeticiones: for</vt:lpstr>
      <vt:lpstr>Repetición condicional: while</vt:lpstr>
      <vt:lpstr>Casos de uso</vt:lpstr>
      <vt:lpstr>Ejemplos de concepto 1</vt:lpstr>
      <vt:lpstr>Ejemplos de concepto 1</vt:lpstr>
      <vt:lpstr>Ejemplos de concepto 2</vt:lpstr>
      <vt:lpstr>Ejemplos de concepto 2</vt:lpstr>
      <vt:lpstr>Ejemplos de concepto 3</vt:lpstr>
      <vt:lpstr>Ejemplos de concepto 3</vt:lpstr>
      <vt:lpstr>Ejemplos de concepto 4</vt:lpstr>
      <vt:lpstr>Ejemplos de concepto 4</vt:lpstr>
      <vt:lpstr>Preguntas…</vt:lpstr>
      <vt:lpstr>Gracias!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Rafael Deras</dc:creator>
  <cp:lastModifiedBy>Rafael Deras</cp:lastModifiedBy>
  <cp:revision>1</cp:revision>
  <dcterms:created xsi:type="dcterms:W3CDTF">2026-05-27T16:04:21Z</dcterms:created>
  <dcterms:modified xsi:type="dcterms:W3CDTF">2026-05-28T16:31:33Z</dcterms:modified>
</cp:coreProperties>
</file>